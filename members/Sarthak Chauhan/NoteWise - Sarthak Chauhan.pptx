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Hi, this is NoteWise. Students can't listen and write at the same time, so what if the notes were built from the lecture audio itself? The orange and teal are a hint of the whole project: orange for Hindi, teal for English, because that is exactly what a Hinglish lecture sounds like. I'll start with the problem, who has it and why it matters, and only then get to where AI/ML fits.</a:t>
            </a:r>
            <a:endParaRPr/>
          </a:p>
        </p:txBody>
      </p:sp>
      <p:sp>
        <p:nvSpPr>
          <p:cNvPr id="27" name="Google Shape;2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Teachers in Indian colleges often mix Hindi and English without thinking, and it helps understanding, but it makes note-taking hard and automatic transcription hard, because most tools expect one language at a time. Orange words in the box are Hindi, teal are English. The people affected are not only first-years: anyone who misses a lecture or can't write fast enough, students who need extra support, and teachers who would like to share clean notes.</a:t>
            </a:r>
            <a:endParaRPr/>
          </a:p>
        </p:txBody>
      </p:sp>
      <p:sp>
        <p:nvSpPr>
          <p:cNvPr id="59" name="Google Shape;5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Two numbers explain the core problem. A teacher speaks at roughly 150 words a minute, most people write at around 30, so we capture about a fifth of what is said. Over 250 million people in India are estimated to mix Hindi and English (an estimate from the HiACC paper), and India has over four crore students in higher education. If unsolved, the cost shows up as lost time, spending on notes and coaching, small gaps that grow, and the slowest writers and least confident English speakers fall behind first.</a:t>
            </a:r>
            <a:endParaRPr/>
          </a:p>
        </p:txBody>
      </p:sp>
      <p:sp>
        <p:nvSpPr>
          <p:cNvPr id="103" name="Google Shape;10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whole system in five steps: record, transcribe, clean up, make notes, revise. (Click) The teacher speaks in Hinglish. (Click) The student gets a clean note with the key term highlighted, a flag that the teacher said it matters for the exam, and a timestamp that jumps back to that moment. AI can make mistakes, so every note links to the exact point in the recording so the student can check it.</a:t>
            </a:r>
            <a:endParaRPr/>
          </a:p>
        </p:txBody>
      </p:sp>
      <p:sp>
        <p:nvSpPr>
          <p:cNvPr id="150" name="Google Shape;15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tried not to force AI into this. Speech recognition for mixed Hindi-English is the part that really needs machine learning, because rules cannot handle switching inside one sentence. Audio clean-up is where my ECE background helps: signal processing plus ML. Language models fix terms and write the notes. Finding important moments is a maybe-later. Recording, storage, search, app screens and PDF export are normal software. Not sure yet: separating the teacher's voice from students, and fine-tuning versus using existing models.</a:t>
            </a:r>
            <a:endParaRPr/>
          </a:p>
        </p:txBody>
      </p:sp>
      <p:sp>
        <p:nvSpPr>
          <p:cNvPr id="215" name="Google Shape;2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system needs audio and matching text. Audio: real Hinglish lectures with fans and chatter, recorded with permission. Transcripts, so I can measure accuracy. Course text and an ECE glossary so terms like op-amp and MOSFET are not misheard. And feedback on which notes students edit. For public data, the closest I found is MUCS 2021, about 90 hours from technical tutorials; IITG-HingCoS and HiACC exist but are mostly not lectures; AI4Bharat has large open datasets. Realistically I'd also record a few lectures myself, with permission.</a:t>
            </a:r>
            <a:endParaRPr/>
          </a:p>
        </p:txBody>
      </p:sp>
      <p:sp>
        <p:nvSpPr>
          <p:cNvPr id="269" name="Google Shape;26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Yes, similar things exist, and that's a good sign the problem is real. Speech-to-text models like Whisper and Sarvam's Saaras turn speech into text, but only a transcript. Meeting tools like Otter, Notta and HappyScribe are built for meetings. Lecture-note apps like Audionotes and TLDL make summaries and flashcards, but I found nothing tuned for Hinglish classrooms. I haven't tested any of them on real classroom audio, so that is the first experiment I would run.</a:t>
            </a:r>
            <a:endParaRPr/>
          </a:p>
        </p:txBody>
      </p:sp>
      <p:sp>
        <p:nvSpPr>
          <p:cNvPr id="318" name="Google Shape;31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1" name="Google Shape;3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USP is that this is built for the Hinglish classroom, not for meetings. It makes notes you can study from, fixes subject words using the syllabus or slides, and every note line can be played back from the original audio so mistakes are easy to catch. My approach is practical: I wouldn't rebuild speech recognition. I'd test two or three existing engines on real classroom audio and spend my effort on the notes and the noisy-room problem. The phone is a rough picture of the final product: a mobile app to record in class and a web dashboard to read, edit and export.</a:t>
            </a:r>
            <a:endParaRPr/>
          </a:p>
        </p:txBody>
      </p:sp>
      <p:sp>
        <p:nvSpPr>
          <p:cNvPr id="362" name="Google Shape;36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are the things I'm least sure about. Accuracy on mixed speech is the obvious one, and real classrooms are harder than clean benchmark clips. Data is scarce. The risk I find most important is made-up notes, which is why every note line is tied back to the audio. There is also privacy, since recording voices needs consent, and a human question: if notes are automatic, will students stop paying attention? The final product would be a mobile app that records offline and a web dashboard, with PDF export, flashcards and quiz, and later an API for colleges. I'd like to discuss how to solve these.</a:t>
            </a:r>
            <a:endParaRPr/>
          </a:p>
        </p:txBody>
      </p:sp>
      <p:sp>
        <p:nvSpPr>
          <p:cNvPr id="419" name="Google Shape;4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papers, datasets and product pages I used. The first group covers the problem itself: speaking versus writing speed, code switching in Indian classrooms, student numbers and the lecture-summary study. Then speech technology and its limits, datasets and benchmarks, and finally existing tools and the privacy law. Every line is a clickable link.</a:t>
            </a:r>
            <a:endParaRPr/>
          </a:p>
        </p:txBody>
      </p:sp>
      <p:sp>
        <p:nvSpPr>
          <p:cNvPr id="466" name="Google Shape;46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spTree>
      <p:nvGrpSpPr>
        <p:cNvPr id="11" name="Shape 11"/>
        <p:cNvGrpSpPr/>
        <p:nvPr/>
      </p:nvGrpSpPr>
      <p:grpSpPr>
        <a:xfrm>
          <a:off x="0" y="0"/>
          <a:ext cx="0" cy="0"/>
          <a:chOff x="0" y="0"/>
          <a:chExt cx="0" cy="0"/>
        </a:xfrm>
      </p:grpSpPr>
      <p:sp>
        <p:nvSpPr>
          <p:cNvPr id="12" name="Google Shape;12;p2"/>
          <p:cNvSpPr/>
          <p:nvPr/>
        </p:nvSpPr>
        <p:spPr>
          <a:xfrm>
            <a:off x="0" y="0"/>
            <a:ext cx="12191695"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txBox="1"/>
          <p:nvPr>
            <p:ph type="title"/>
          </p:nvPr>
        </p:nvSpPr>
        <p:spPr>
          <a:xfrm>
            <a:off x="731520" y="1508760"/>
            <a:ext cx="5852160" cy="12344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6600"/>
              <a:buFont typeface="Cambria"/>
              <a:buNone/>
              <a:defRPr b="1" i="0" sz="66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p:cSld name="LIGHT">
    <p:spTree>
      <p:nvGrpSpPr>
        <p:cNvPr id="14" name="Shape 14"/>
        <p:cNvGrpSpPr/>
        <p:nvPr/>
      </p:nvGrpSpPr>
      <p:grpSpPr>
        <a:xfrm>
          <a:off x="0" y="0"/>
          <a:ext cx="0" cy="0"/>
          <a:chOff x="0" y="0"/>
          <a:chExt cx="0" cy="0"/>
        </a:xfrm>
      </p:grpSpPr>
      <p:sp>
        <p:nvSpPr>
          <p:cNvPr id="15" name="Google Shape;15;p3"/>
          <p:cNvSpPr/>
          <p:nvPr/>
        </p:nvSpPr>
        <p:spPr>
          <a:xfrm>
            <a:off x="548640" y="6464808"/>
            <a:ext cx="54864" cy="18288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640080" y="6501384"/>
            <a:ext cx="54864" cy="1097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731520" y="6464808"/>
            <a:ext cx="54864" cy="18288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822960" y="6501384"/>
            <a:ext cx="54864" cy="109728"/>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914400" y="6464808"/>
            <a:ext cx="54864" cy="18288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1097280" y="6419088"/>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5"/>
              </a:buClr>
              <a:buSzPts val="1000"/>
              <a:buFont typeface="Calibri"/>
              <a:buNone/>
            </a:pPr>
            <a:r>
              <a:rPr b="0" i="0" lang="en-US" sz="1000" u="none" cap="none" strike="noStrike">
                <a:solidFill>
                  <a:schemeClr val="accent5"/>
                </a:solidFill>
                <a:latin typeface="Calibri"/>
                <a:ea typeface="Calibri"/>
                <a:cs typeface="Calibri"/>
                <a:sym typeface="Calibri"/>
              </a:rPr>
              <a:t>NoteWise  ·  First Task, AI/ML Project Ideation</a:t>
            </a:r>
            <a:endParaRPr b="0" i="0" sz="1000" u="none" cap="none" strike="noStrike">
              <a:solidFill>
                <a:schemeClr val="dk1"/>
              </a:solidFill>
              <a:latin typeface="Calibri"/>
              <a:ea typeface="Calibri"/>
              <a:cs typeface="Calibri"/>
              <a:sym typeface="Calibri"/>
            </a:endParaRPr>
          </a:p>
        </p:txBody>
      </p:sp>
      <p:sp>
        <p:nvSpPr>
          <p:cNvPr id="21" name="Google Shape;21;p3"/>
          <p:cNvSpPr txBox="1"/>
          <p:nvPr>
            <p:ph type="title"/>
          </p:nvPr>
        </p:nvSpPr>
        <p:spPr>
          <a:xfrm>
            <a:off x="548640" y="320040"/>
            <a:ext cx="11091672" cy="77724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3600"/>
              <a:buFont typeface="Cambria"/>
              <a:buNone/>
              <a:defRPr b="1" i="0" sz="36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3"/>
          <p:cNvSpPr txBox="1"/>
          <p:nvPr>
            <p:ph idx="12" type="sldNum"/>
          </p:nvPr>
        </p:nvSpPr>
        <p:spPr>
          <a:xfrm>
            <a:off x="11155680" y="6419088"/>
            <a:ext cx="484632"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1000" u="none" cap="none" strike="noStrike">
                <a:solidFill>
                  <a:schemeClr val="accent5"/>
                </a:solidFill>
                <a:latin typeface="Calibri"/>
                <a:ea typeface="Calibri"/>
                <a:cs typeface="Calibri"/>
                <a:sym typeface="Calibri"/>
              </a:defRPr>
            </a:lvl1pPr>
            <a:lvl2pPr indent="0" lvl="1" marL="0" marR="0" algn="r">
              <a:spcBef>
                <a:spcPts val="0"/>
              </a:spcBef>
              <a:buNone/>
              <a:defRPr b="0" i="0" sz="1000" u="none" cap="none" strike="noStrike">
                <a:solidFill>
                  <a:schemeClr val="accent5"/>
                </a:solidFill>
                <a:latin typeface="Calibri"/>
                <a:ea typeface="Calibri"/>
                <a:cs typeface="Calibri"/>
                <a:sym typeface="Calibri"/>
              </a:defRPr>
            </a:lvl2pPr>
            <a:lvl3pPr indent="0" lvl="2" marL="0" marR="0" algn="r">
              <a:spcBef>
                <a:spcPts val="0"/>
              </a:spcBef>
              <a:buNone/>
              <a:defRPr b="0" i="0" sz="1000" u="none" cap="none" strike="noStrike">
                <a:solidFill>
                  <a:schemeClr val="accent5"/>
                </a:solidFill>
                <a:latin typeface="Calibri"/>
                <a:ea typeface="Calibri"/>
                <a:cs typeface="Calibri"/>
                <a:sym typeface="Calibri"/>
              </a:defRPr>
            </a:lvl3pPr>
            <a:lvl4pPr indent="0" lvl="3" marL="0" marR="0" algn="r">
              <a:spcBef>
                <a:spcPts val="0"/>
              </a:spcBef>
              <a:buNone/>
              <a:defRPr b="0" i="0" sz="1000" u="none" cap="none" strike="noStrike">
                <a:solidFill>
                  <a:schemeClr val="accent5"/>
                </a:solidFill>
                <a:latin typeface="Calibri"/>
                <a:ea typeface="Calibri"/>
                <a:cs typeface="Calibri"/>
                <a:sym typeface="Calibri"/>
              </a:defRPr>
            </a:lvl4pPr>
            <a:lvl5pPr indent="0" lvl="4" marL="0" marR="0" algn="r">
              <a:spcBef>
                <a:spcPts val="0"/>
              </a:spcBef>
              <a:buNone/>
              <a:defRPr b="0" i="0" sz="1000" u="none" cap="none" strike="noStrike">
                <a:solidFill>
                  <a:schemeClr val="accent5"/>
                </a:solidFill>
                <a:latin typeface="Calibri"/>
                <a:ea typeface="Calibri"/>
                <a:cs typeface="Calibri"/>
                <a:sym typeface="Calibri"/>
              </a:defRPr>
            </a:lvl5pPr>
            <a:lvl6pPr indent="0" lvl="5" marL="0" marR="0" algn="r">
              <a:spcBef>
                <a:spcPts val="0"/>
              </a:spcBef>
              <a:buNone/>
              <a:defRPr b="0" i="0" sz="1000" u="none" cap="none" strike="noStrike">
                <a:solidFill>
                  <a:schemeClr val="accent5"/>
                </a:solidFill>
                <a:latin typeface="Calibri"/>
                <a:ea typeface="Calibri"/>
                <a:cs typeface="Calibri"/>
                <a:sym typeface="Calibri"/>
              </a:defRPr>
            </a:lvl6pPr>
            <a:lvl7pPr indent="0" lvl="6" marL="0" marR="0" algn="r">
              <a:spcBef>
                <a:spcPts val="0"/>
              </a:spcBef>
              <a:buNone/>
              <a:defRPr b="0" i="0" sz="1000" u="none" cap="none" strike="noStrike">
                <a:solidFill>
                  <a:schemeClr val="accent5"/>
                </a:solidFill>
                <a:latin typeface="Calibri"/>
                <a:ea typeface="Calibri"/>
                <a:cs typeface="Calibri"/>
                <a:sym typeface="Calibri"/>
              </a:defRPr>
            </a:lvl7pPr>
            <a:lvl8pPr indent="0" lvl="7" marL="0" marR="0" algn="r">
              <a:spcBef>
                <a:spcPts val="0"/>
              </a:spcBef>
              <a:buNone/>
              <a:defRPr b="0" i="0" sz="1000" u="none" cap="none" strike="noStrike">
                <a:solidFill>
                  <a:schemeClr val="accent5"/>
                </a:solidFill>
                <a:latin typeface="Calibri"/>
                <a:ea typeface="Calibri"/>
                <a:cs typeface="Calibri"/>
                <a:sym typeface="Calibri"/>
              </a:defRPr>
            </a:lvl8pPr>
            <a:lvl9pPr indent="0" lvl="8" marL="0" marR="0" algn="r">
              <a:spcBef>
                <a:spcPts val="0"/>
              </a:spcBef>
              <a:buNone/>
              <a:defRPr b="0" i="0" sz="10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3" name="Shape 2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155680" y="6419088"/>
            <a:ext cx="484632"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000" u="none" cap="none" strike="noStrike">
                <a:solidFill>
                  <a:schemeClr val="accent5"/>
                </a:solidFill>
                <a:latin typeface="Calibri"/>
                <a:ea typeface="Calibri"/>
                <a:cs typeface="Calibri"/>
                <a:sym typeface="Calibri"/>
              </a:defRPr>
            </a:lvl1pPr>
            <a:lvl2pPr indent="0" lvl="1" marL="0" marR="0" rtl="0" algn="r">
              <a:spcBef>
                <a:spcPts val="0"/>
              </a:spcBef>
              <a:buNone/>
              <a:defRPr b="0" i="0" sz="1000" u="none" cap="none" strike="noStrike">
                <a:solidFill>
                  <a:schemeClr val="accent5"/>
                </a:solidFill>
                <a:latin typeface="Calibri"/>
                <a:ea typeface="Calibri"/>
                <a:cs typeface="Calibri"/>
                <a:sym typeface="Calibri"/>
              </a:defRPr>
            </a:lvl2pPr>
            <a:lvl3pPr indent="0" lvl="2" marL="0" marR="0" rtl="0" algn="r">
              <a:spcBef>
                <a:spcPts val="0"/>
              </a:spcBef>
              <a:buNone/>
              <a:defRPr b="0" i="0" sz="1000" u="none" cap="none" strike="noStrike">
                <a:solidFill>
                  <a:schemeClr val="accent5"/>
                </a:solidFill>
                <a:latin typeface="Calibri"/>
                <a:ea typeface="Calibri"/>
                <a:cs typeface="Calibri"/>
                <a:sym typeface="Calibri"/>
              </a:defRPr>
            </a:lvl3pPr>
            <a:lvl4pPr indent="0" lvl="3" marL="0" marR="0" rtl="0" algn="r">
              <a:spcBef>
                <a:spcPts val="0"/>
              </a:spcBef>
              <a:buNone/>
              <a:defRPr b="0" i="0" sz="1000" u="none" cap="none" strike="noStrike">
                <a:solidFill>
                  <a:schemeClr val="accent5"/>
                </a:solidFill>
                <a:latin typeface="Calibri"/>
                <a:ea typeface="Calibri"/>
                <a:cs typeface="Calibri"/>
                <a:sym typeface="Calibri"/>
              </a:defRPr>
            </a:lvl4pPr>
            <a:lvl5pPr indent="0" lvl="4" marL="0" marR="0" rtl="0" algn="r">
              <a:spcBef>
                <a:spcPts val="0"/>
              </a:spcBef>
              <a:buNone/>
              <a:defRPr b="0" i="0" sz="1000" u="none" cap="none" strike="noStrike">
                <a:solidFill>
                  <a:schemeClr val="accent5"/>
                </a:solidFill>
                <a:latin typeface="Calibri"/>
                <a:ea typeface="Calibri"/>
                <a:cs typeface="Calibri"/>
                <a:sym typeface="Calibri"/>
              </a:defRPr>
            </a:lvl5pPr>
            <a:lvl6pPr indent="0" lvl="5" marL="0" marR="0" rtl="0" algn="r">
              <a:spcBef>
                <a:spcPts val="0"/>
              </a:spcBef>
              <a:buNone/>
              <a:defRPr b="0" i="0" sz="1000" u="none" cap="none" strike="noStrike">
                <a:solidFill>
                  <a:schemeClr val="accent5"/>
                </a:solidFill>
                <a:latin typeface="Calibri"/>
                <a:ea typeface="Calibri"/>
                <a:cs typeface="Calibri"/>
                <a:sym typeface="Calibri"/>
              </a:defRPr>
            </a:lvl6pPr>
            <a:lvl7pPr indent="0" lvl="6" marL="0" marR="0" rtl="0" algn="r">
              <a:spcBef>
                <a:spcPts val="0"/>
              </a:spcBef>
              <a:buNone/>
              <a:defRPr b="0" i="0" sz="1000" u="none" cap="none" strike="noStrike">
                <a:solidFill>
                  <a:schemeClr val="accent5"/>
                </a:solidFill>
                <a:latin typeface="Calibri"/>
                <a:ea typeface="Calibri"/>
                <a:cs typeface="Calibri"/>
                <a:sym typeface="Calibri"/>
              </a:defRPr>
            </a:lvl7pPr>
            <a:lvl8pPr indent="0" lvl="7" marL="0" marR="0" rtl="0" algn="r">
              <a:spcBef>
                <a:spcPts val="0"/>
              </a:spcBef>
              <a:buNone/>
              <a:defRPr b="0" i="0" sz="1000" u="none" cap="none" strike="noStrike">
                <a:solidFill>
                  <a:schemeClr val="accent5"/>
                </a:solidFill>
                <a:latin typeface="Calibri"/>
                <a:ea typeface="Calibri"/>
                <a:cs typeface="Calibri"/>
                <a:sym typeface="Calibri"/>
              </a:defRPr>
            </a:lvl8pPr>
            <a:lvl9pPr indent="0" lvl="8" marL="0" marR="0" rtl="0" algn="r">
              <a:spcBef>
                <a:spcPts val="0"/>
              </a:spcBef>
              <a:buNone/>
              <a:defRPr b="0" i="0" sz="1000" u="none" cap="none" strike="noStrike">
                <a:solidFill>
                  <a:schemeClr val="accent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7.png"/></Relationships>
</file>

<file path=ppt/slides/_rels/slide2.xml.rels><?xml version="1.0" encoding="UTF-8" standalone="yes"?><Relationships xmlns="http://schemas.openxmlformats.org/package/2006/relationships"><Relationship Id="rId20" Type="http://schemas.openxmlformats.org/officeDocument/2006/relationships/slide" Target="/ppt/slides/slide9.xml"/><Relationship Id="rId22" Type="http://schemas.openxmlformats.org/officeDocument/2006/relationships/slide" Target="/ppt/slides/slide10.xml"/><Relationship Id="rId21" Type="http://schemas.openxmlformats.org/officeDocument/2006/relationships/slide" Target="/ppt/slides/slide10.xml"/><Relationship Id="rId24" Type="http://schemas.openxmlformats.org/officeDocument/2006/relationships/image" Target="../media/image7.png"/><Relationship Id="rId23" Type="http://schemas.openxmlformats.org/officeDocument/2006/relationships/image" Target="../media/image2.png"/><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1.xml"/><Relationship Id="rId4" Type="http://schemas.openxmlformats.org/officeDocument/2006/relationships/slide" Target="/ppt/slides/slide1.xml"/><Relationship Id="rId9" Type="http://schemas.openxmlformats.org/officeDocument/2006/relationships/slide" Target="/ppt/slides/slide4.xml"/><Relationship Id="rId26" Type="http://schemas.openxmlformats.org/officeDocument/2006/relationships/image" Target="../media/image14.png"/><Relationship Id="rId25" Type="http://schemas.openxmlformats.org/officeDocument/2006/relationships/image" Target="../media/image6.png"/><Relationship Id="rId27" Type="http://schemas.openxmlformats.org/officeDocument/2006/relationships/image" Target="../media/image1.png"/><Relationship Id="rId5" Type="http://schemas.openxmlformats.org/officeDocument/2006/relationships/slide" Target="/ppt/slides/slide2.xml"/><Relationship Id="rId6" Type="http://schemas.openxmlformats.org/officeDocument/2006/relationships/slide" Target="/ppt/slides/slide2.xml"/><Relationship Id="rId7" Type="http://schemas.openxmlformats.org/officeDocument/2006/relationships/slide" Target="/ppt/slides/slide3.xml"/><Relationship Id="rId8" Type="http://schemas.openxmlformats.org/officeDocument/2006/relationships/slide" Target="/ppt/slides/slide3.xml"/><Relationship Id="rId11" Type="http://schemas.openxmlformats.org/officeDocument/2006/relationships/slide" Target="/ppt/slides/slide5.xml"/><Relationship Id="rId10" Type="http://schemas.openxmlformats.org/officeDocument/2006/relationships/slide" Target="/ppt/slides/slide4.xml"/><Relationship Id="rId13" Type="http://schemas.openxmlformats.org/officeDocument/2006/relationships/slide" Target="/ppt/slides/slide6.xml"/><Relationship Id="rId12" Type="http://schemas.openxmlformats.org/officeDocument/2006/relationships/slide" Target="/ppt/slides/slide5.xml"/><Relationship Id="rId15" Type="http://schemas.openxmlformats.org/officeDocument/2006/relationships/slide" Target="/ppt/slides/slide7.xml"/><Relationship Id="rId14" Type="http://schemas.openxmlformats.org/officeDocument/2006/relationships/slide" Target="/ppt/slides/slide6.xml"/><Relationship Id="rId17" Type="http://schemas.openxmlformats.org/officeDocument/2006/relationships/slide" Target="/ppt/slides/slide8.xml"/><Relationship Id="rId16" Type="http://schemas.openxmlformats.org/officeDocument/2006/relationships/slide" Target="/ppt/slides/slide7.xml"/><Relationship Id="rId19" Type="http://schemas.openxmlformats.org/officeDocument/2006/relationships/slide" Target="/ppt/slides/slide9.xml"/><Relationship Id="rId18" Type="http://schemas.openxmlformats.org/officeDocument/2006/relationships/slide" Target="/ppt/slides/slide8.xml"/></Relationships>
</file>

<file path=ppt/slides/_rels/slide3.xml.rels><?xml version="1.0" encoding="UTF-8" standalone="yes"?><Relationships xmlns="http://schemas.openxmlformats.org/package/2006/relationships"><Relationship Id="rId20" Type="http://schemas.openxmlformats.org/officeDocument/2006/relationships/slide" Target="/ppt/slides/slide9.xml"/><Relationship Id="rId22" Type="http://schemas.openxmlformats.org/officeDocument/2006/relationships/slide" Target="/ppt/slides/slide10.xml"/><Relationship Id="rId21" Type="http://schemas.openxmlformats.org/officeDocument/2006/relationships/slide" Target="/ppt/slides/slide10.xml"/><Relationship Id="rId24" Type="http://schemas.openxmlformats.org/officeDocument/2006/relationships/image" Target="../media/image10.png"/><Relationship Id="rId23" Type="http://schemas.openxmlformats.org/officeDocument/2006/relationships/image" Target="../media/image3.png"/><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slide" Target="/ppt/slides/slide1.xml"/><Relationship Id="rId4" Type="http://schemas.openxmlformats.org/officeDocument/2006/relationships/slide" Target="/ppt/slides/slide1.xml"/><Relationship Id="rId9" Type="http://schemas.openxmlformats.org/officeDocument/2006/relationships/slide" Target="/ppt/slides/slide4.xml"/><Relationship Id="rId26" Type="http://schemas.openxmlformats.org/officeDocument/2006/relationships/image" Target="../media/image14.png"/><Relationship Id="rId25" Type="http://schemas.openxmlformats.org/officeDocument/2006/relationships/image" Target="../media/image9.png"/><Relationship Id="rId5" Type="http://schemas.openxmlformats.org/officeDocument/2006/relationships/slide" Target="/ppt/slides/slide2.xml"/><Relationship Id="rId6" Type="http://schemas.openxmlformats.org/officeDocument/2006/relationships/slide" Target="/ppt/slides/slide2.xml"/><Relationship Id="rId7" Type="http://schemas.openxmlformats.org/officeDocument/2006/relationships/slide" Target="/ppt/slides/slide3.xml"/><Relationship Id="rId8" Type="http://schemas.openxmlformats.org/officeDocument/2006/relationships/slide" Target="/ppt/slides/slide3.xml"/><Relationship Id="rId11" Type="http://schemas.openxmlformats.org/officeDocument/2006/relationships/slide" Target="/ppt/slides/slide5.xml"/><Relationship Id="rId10" Type="http://schemas.openxmlformats.org/officeDocument/2006/relationships/slide" Target="/ppt/slides/slide4.xml"/><Relationship Id="rId13" Type="http://schemas.openxmlformats.org/officeDocument/2006/relationships/slide" Target="/ppt/slides/slide6.xml"/><Relationship Id="rId12" Type="http://schemas.openxmlformats.org/officeDocument/2006/relationships/slide" Target="/ppt/slides/slide5.xml"/><Relationship Id="rId15" Type="http://schemas.openxmlformats.org/officeDocument/2006/relationships/slide" Target="/ppt/slides/slide7.xml"/><Relationship Id="rId14" Type="http://schemas.openxmlformats.org/officeDocument/2006/relationships/slide" Target="/ppt/slides/slide6.xml"/><Relationship Id="rId17" Type="http://schemas.openxmlformats.org/officeDocument/2006/relationships/slide" Target="/ppt/slides/slide8.xml"/><Relationship Id="rId16" Type="http://schemas.openxmlformats.org/officeDocument/2006/relationships/slide" Target="/ppt/slides/slide7.xml"/><Relationship Id="rId19" Type="http://schemas.openxmlformats.org/officeDocument/2006/relationships/slide" Target="/ppt/slides/slide9.xml"/><Relationship Id="rId18" Type="http://schemas.openxmlformats.org/officeDocument/2006/relationships/slide" Target="/ppt/slides/slide8.xml"/></Relationships>
</file>

<file path=ppt/slides/_rels/slide4.xml.rels><?xml version="1.0" encoding="UTF-8" standalone="yes"?><Relationships xmlns="http://schemas.openxmlformats.org/package/2006/relationships"><Relationship Id="rId20" Type="http://schemas.openxmlformats.org/officeDocument/2006/relationships/slide" Target="/ppt/slides/slide9.xml"/><Relationship Id="rId22" Type="http://schemas.openxmlformats.org/officeDocument/2006/relationships/slide" Target="/ppt/slides/slide10.xml"/><Relationship Id="rId21" Type="http://schemas.openxmlformats.org/officeDocument/2006/relationships/slide" Target="/ppt/slides/slide10.xml"/><Relationship Id="rId24" Type="http://schemas.openxmlformats.org/officeDocument/2006/relationships/image" Target="../media/image41.png"/><Relationship Id="rId23"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ppt/slides/slide1.xml"/><Relationship Id="rId4" Type="http://schemas.openxmlformats.org/officeDocument/2006/relationships/slide" Target="/ppt/slides/slide1.xml"/><Relationship Id="rId9" Type="http://schemas.openxmlformats.org/officeDocument/2006/relationships/slide" Target="/ppt/slides/slide4.xml"/><Relationship Id="rId26" Type="http://schemas.openxmlformats.org/officeDocument/2006/relationships/image" Target="../media/image8.png"/><Relationship Id="rId25" Type="http://schemas.openxmlformats.org/officeDocument/2006/relationships/image" Target="../media/image16.png"/><Relationship Id="rId28" Type="http://schemas.openxmlformats.org/officeDocument/2006/relationships/image" Target="../media/image4.png"/><Relationship Id="rId27" Type="http://schemas.openxmlformats.org/officeDocument/2006/relationships/image" Target="../media/image11.png"/><Relationship Id="rId5" Type="http://schemas.openxmlformats.org/officeDocument/2006/relationships/slide" Target="/ppt/slides/slide2.xml"/><Relationship Id="rId6" Type="http://schemas.openxmlformats.org/officeDocument/2006/relationships/slide" Target="/ppt/slides/slide2.xml"/><Relationship Id="rId29" Type="http://schemas.openxmlformats.org/officeDocument/2006/relationships/image" Target="../media/image40.png"/><Relationship Id="rId7" Type="http://schemas.openxmlformats.org/officeDocument/2006/relationships/slide" Target="/ppt/slides/slide3.xml"/><Relationship Id="rId8" Type="http://schemas.openxmlformats.org/officeDocument/2006/relationships/slide" Target="/ppt/slides/slide3.xml"/><Relationship Id="rId11" Type="http://schemas.openxmlformats.org/officeDocument/2006/relationships/slide" Target="/ppt/slides/slide5.xml"/><Relationship Id="rId10" Type="http://schemas.openxmlformats.org/officeDocument/2006/relationships/slide" Target="/ppt/slides/slide4.xml"/><Relationship Id="rId13" Type="http://schemas.openxmlformats.org/officeDocument/2006/relationships/slide" Target="/ppt/slides/slide6.xml"/><Relationship Id="rId12" Type="http://schemas.openxmlformats.org/officeDocument/2006/relationships/slide" Target="/ppt/slides/slide5.xml"/><Relationship Id="rId15" Type="http://schemas.openxmlformats.org/officeDocument/2006/relationships/slide" Target="/ppt/slides/slide7.xml"/><Relationship Id="rId14" Type="http://schemas.openxmlformats.org/officeDocument/2006/relationships/slide" Target="/ppt/slides/slide6.xml"/><Relationship Id="rId17" Type="http://schemas.openxmlformats.org/officeDocument/2006/relationships/slide" Target="/ppt/slides/slide8.xml"/><Relationship Id="rId16" Type="http://schemas.openxmlformats.org/officeDocument/2006/relationships/slide" Target="/ppt/slides/slide7.xml"/><Relationship Id="rId19" Type="http://schemas.openxmlformats.org/officeDocument/2006/relationships/slide" Target="/ppt/slides/slide9.xml"/><Relationship Id="rId18" Type="http://schemas.openxmlformats.org/officeDocument/2006/relationships/slide" Target="/ppt/slides/slide8.xml"/></Relationships>
</file>

<file path=ppt/slides/_rels/slide5.xml.rels><?xml version="1.0" encoding="UTF-8" standalone="yes"?><Relationships xmlns="http://schemas.openxmlformats.org/package/2006/relationships"><Relationship Id="rId20" Type="http://schemas.openxmlformats.org/officeDocument/2006/relationships/slide" Target="/ppt/slides/slide9.xml"/><Relationship Id="rId22" Type="http://schemas.openxmlformats.org/officeDocument/2006/relationships/slide" Target="/ppt/slides/slide10.xml"/><Relationship Id="rId21" Type="http://schemas.openxmlformats.org/officeDocument/2006/relationships/slide" Target="/ppt/slides/slide10.xml"/><Relationship Id="rId24" Type="http://schemas.openxmlformats.org/officeDocument/2006/relationships/image" Target="../media/image18.png"/><Relationship Id="rId23"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ppt/slides/slide1.xml"/><Relationship Id="rId4" Type="http://schemas.openxmlformats.org/officeDocument/2006/relationships/slide" Target="/ppt/slides/slide1.xml"/><Relationship Id="rId9" Type="http://schemas.openxmlformats.org/officeDocument/2006/relationships/slide" Target="/ppt/slides/slide4.xml"/><Relationship Id="rId26" Type="http://schemas.openxmlformats.org/officeDocument/2006/relationships/image" Target="../media/image28.png"/><Relationship Id="rId25" Type="http://schemas.openxmlformats.org/officeDocument/2006/relationships/image" Target="../media/image8.png"/><Relationship Id="rId27" Type="http://schemas.openxmlformats.org/officeDocument/2006/relationships/image" Target="../media/image19.png"/><Relationship Id="rId5" Type="http://schemas.openxmlformats.org/officeDocument/2006/relationships/slide" Target="/ppt/slides/slide2.xml"/><Relationship Id="rId6" Type="http://schemas.openxmlformats.org/officeDocument/2006/relationships/slide" Target="/ppt/slides/slide2.xml"/><Relationship Id="rId7" Type="http://schemas.openxmlformats.org/officeDocument/2006/relationships/slide" Target="/ppt/slides/slide3.xml"/><Relationship Id="rId8" Type="http://schemas.openxmlformats.org/officeDocument/2006/relationships/slide" Target="/ppt/slides/slide3.xml"/><Relationship Id="rId11" Type="http://schemas.openxmlformats.org/officeDocument/2006/relationships/slide" Target="/ppt/slides/slide5.xml"/><Relationship Id="rId10" Type="http://schemas.openxmlformats.org/officeDocument/2006/relationships/slide" Target="/ppt/slides/slide4.xml"/><Relationship Id="rId13" Type="http://schemas.openxmlformats.org/officeDocument/2006/relationships/slide" Target="/ppt/slides/slide6.xml"/><Relationship Id="rId12" Type="http://schemas.openxmlformats.org/officeDocument/2006/relationships/slide" Target="/ppt/slides/slide5.xml"/><Relationship Id="rId15" Type="http://schemas.openxmlformats.org/officeDocument/2006/relationships/slide" Target="/ppt/slides/slide7.xml"/><Relationship Id="rId14" Type="http://schemas.openxmlformats.org/officeDocument/2006/relationships/slide" Target="/ppt/slides/slide6.xml"/><Relationship Id="rId17" Type="http://schemas.openxmlformats.org/officeDocument/2006/relationships/slide" Target="/ppt/slides/slide8.xml"/><Relationship Id="rId16" Type="http://schemas.openxmlformats.org/officeDocument/2006/relationships/slide" Target="/ppt/slides/slide7.xml"/><Relationship Id="rId19" Type="http://schemas.openxmlformats.org/officeDocument/2006/relationships/slide" Target="/ppt/slides/slide9.xml"/><Relationship Id="rId18" Type="http://schemas.openxmlformats.org/officeDocument/2006/relationships/slide" Target="/ppt/slides/slide8.xml"/></Relationships>
</file>

<file path=ppt/slides/_rels/slide6.xml.rels><?xml version="1.0" encoding="UTF-8" standalone="yes"?><Relationships xmlns="http://schemas.openxmlformats.org/package/2006/relationships"><Relationship Id="rId20" Type="http://schemas.openxmlformats.org/officeDocument/2006/relationships/slide" Target="/ppt/slides/slide9.xml"/><Relationship Id="rId22" Type="http://schemas.openxmlformats.org/officeDocument/2006/relationships/slide" Target="/ppt/slides/slide10.xml"/><Relationship Id="rId21" Type="http://schemas.openxmlformats.org/officeDocument/2006/relationships/slide" Target="/ppt/slides/slide10.xml"/><Relationship Id="rId24" Type="http://schemas.openxmlformats.org/officeDocument/2006/relationships/image" Target="../media/image11.png"/><Relationship Id="rId23" Type="http://schemas.openxmlformats.org/officeDocument/2006/relationships/image" Target="../media/image21.png"/><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ppt/slides/slide1.xml"/><Relationship Id="rId4" Type="http://schemas.openxmlformats.org/officeDocument/2006/relationships/slide" Target="/ppt/slides/slide1.xml"/><Relationship Id="rId9" Type="http://schemas.openxmlformats.org/officeDocument/2006/relationships/slide" Target="/ppt/slides/slide4.xml"/><Relationship Id="rId26" Type="http://schemas.openxmlformats.org/officeDocument/2006/relationships/image" Target="../media/image25.png"/><Relationship Id="rId25" Type="http://schemas.openxmlformats.org/officeDocument/2006/relationships/image" Target="../media/image23.png"/><Relationship Id="rId5" Type="http://schemas.openxmlformats.org/officeDocument/2006/relationships/slide" Target="/ppt/slides/slide2.xml"/><Relationship Id="rId6" Type="http://schemas.openxmlformats.org/officeDocument/2006/relationships/slide" Target="/ppt/slides/slide2.xml"/><Relationship Id="rId7" Type="http://schemas.openxmlformats.org/officeDocument/2006/relationships/slide" Target="/ppt/slides/slide3.xml"/><Relationship Id="rId8" Type="http://schemas.openxmlformats.org/officeDocument/2006/relationships/slide" Target="/ppt/slides/slide3.xml"/><Relationship Id="rId11" Type="http://schemas.openxmlformats.org/officeDocument/2006/relationships/slide" Target="/ppt/slides/slide5.xml"/><Relationship Id="rId10" Type="http://schemas.openxmlformats.org/officeDocument/2006/relationships/slide" Target="/ppt/slides/slide4.xml"/><Relationship Id="rId13" Type="http://schemas.openxmlformats.org/officeDocument/2006/relationships/slide" Target="/ppt/slides/slide6.xml"/><Relationship Id="rId12" Type="http://schemas.openxmlformats.org/officeDocument/2006/relationships/slide" Target="/ppt/slides/slide5.xml"/><Relationship Id="rId15" Type="http://schemas.openxmlformats.org/officeDocument/2006/relationships/slide" Target="/ppt/slides/slide7.xml"/><Relationship Id="rId14" Type="http://schemas.openxmlformats.org/officeDocument/2006/relationships/slide" Target="/ppt/slides/slide6.xml"/><Relationship Id="rId17" Type="http://schemas.openxmlformats.org/officeDocument/2006/relationships/slide" Target="/ppt/slides/slide8.xml"/><Relationship Id="rId16" Type="http://schemas.openxmlformats.org/officeDocument/2006/relationships/slide" Target="/ppt/slides/slide7.xml"/><Relationship Id="rId19" Type="http://schemas.openxmlformats.org/officeDocument/2006/relationships/slide" Target="/ppt/slides/slide9.xml"/><Relationship Id="rId18" Type="http://schemas.openxmlformats.org/officeDocument/2006/relationships/slide" Target="/ppt/slides/slide8.xml"/></Relationships>
</file>

<file path=ppt/slides/_rels/slide7.xml.rels><?xml version="1.0" encoding="UTF-8" standalone="yes"?><Relationships xmlns="http://schemas.openxmlformats.org/package/2006/relationships"><Relationship Id="rId20" Type="http://schemas.openxmlformats.org/officeDocument/2006/relationships/slide" Target="/ppt/slides/slide9.xml"/><Relationship Id="rId22" Type="http://schemas.openxmlformats.org/officeDocument/2006/relationships/slide" Target="/ppt/slides/slide10.xml"/><Relationship Id="rId21" Type="http://schemas.openxmlformats.org/officeDocument/2006/relationships/slide" Target="/ppt/slides/slide10.xml"/><Relationship Id="rId24" Type="http://schemas.openxmlformats.org/officeDocument/2006/relationships/image" Target="../media/image2.png"/><Relationship Id="rId23" Type="http://schemas.openxmlformats.org/officeDocument/2006/relationships/image" Target="../media/image5.png"/><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ppt/slides/slide1.xml"/><Relationship Id="rId4" Type="http://schemas.openxmlformats.org/officeDocument/2006/relationships/slide" Target="/ppt/slides/slide1.xml"/><Relationship Id="rId9" Type="http://schemas.openxmlformats.org/officeDocument/2006/relationships/slide" Target="/ppt/slides/slide4.xml"/><Relationship Id="rId25" Type="http://schemas.openxmlformats.org/officeDocument/2006/relationships/image" Target="../media/image9.png"/><Relationship Id="rId5" Type="http://schemas.openxmlformats.org/officeDocument/2006/relationships/slide" Target="/ppt/slides/slide2.xml"/><Relationship Id="rId6" Type="http://schemas.openxmlformats.org/officeDocument/2006/relationships/slide" Target="/ppt/slides/slide2.xml"/><Relationship Id="rId7" Type="http://schemas.openxmlformats.org/officeDocument/2006/relationships/slide" Target="/ppt/slides/slide3.xml"/><Relationship Id="rId8" Type="http://schemas.openxmlformats.org/officeDocument/2006/relationships/slide" Target="/ppt/slides/slide3.xml"/><Relationship Id="rId11" Type="http://schemas.openxmlformats.org/officeDocument/2006/relationships/slide" Target="/ppt/slides/slide5.xml"/><Relationship Id="rId10" Type="http://schemas.openxmlformats.org/officeDocument/2006/relationships/slide" Target="/ppt/slides/slide4.xml"/><Relationship Id="rId13" Type="http://schemas.openxmlformats.org/officeDocument/2006/relationships/slide" Target="/ppt/slides/slide6.xml"/><Relationship Id="rId12" Type="http://schemas.openxmlformats.org/officeDocument/2006/relationships/slide" Target="/ppt/slides/slide5.xml"/><Relationship Id="rId15" Type="http://schemas.openxmlformats.org/officeDocument/2006/relationships/slide" Target="/ppt/slides/slide7.xml"/><Relationship Id="rId14" Type="http://schemas.openxmlformats.org/officeDocument/2006/relationships/slide" Target="/ppt/slides/slide6.xml"/><Relationship Id="rId17" Type="http://schemas.openxmlformats.org/officeDocument/2006/relationships/slide" Target="/ppt/slides/slide8.xml"/><Relationship Id="rId16" Type="http://schemas.openxmlformats.org/officeDocument/2006/relationships/slide" Target="/ppt/slides/slide7.xml"/><Relationship Id="rId19" Type="http://schemas.openxmlformats.org/officeDocument/2006/relationships/slide" Target="/ppt/slides/slide9.xml"/><Relationship Id="rId18" Type="http://schemas.openxmlformats.org/officeDocument/2006/relationships/slide" Target="/ppt/slides/slide8.xml"/></Relationships>
</file>

<file path=ppt/slides/_rels/slide8.xml.rels><?xml version="1.0" encoding="UTF-8" standalone="yes"?><Relationships xmlns="http://schemas.openxmlformats.org/package/2006/relationships"><Relationship Id="rId20" Type="http://schemas.openxmlformats.org/officeDocument/2006/relationships/slide" Target="/ppt/slides/slide9.xml"/><Relationship Id="rId22" Type="http://schemas.openxmlformats.org/officeDocument/2006/relationships/slide" Target="/ppt/slides/slide10.xml"/><Relationship Id="rId21" Type="http://schemas.openxmlformats.org/officeDocument/2006/relationships/slide" Target="/ppt/slides/slide10.xml"/><Relationship Id="rId24" Type="http://schemas.openxmlformats.org/officeDocument/2006/relationships/image" Target="../media/image27.png"/><Relationship Id="rId23" Type="http://schemas.openxmlformats.org/officeDocument/2006/relationships/image" Target="../media/image30.png"/><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slide" Target="/ppt/slides/slide1.xml"/><Relationship Id="rId4" Type="http://schemas.openxmlformats.org/officeDocument/2006/relationships/slide" Target="/ppt/slides/slide1.xml"/><Relationship Id="rId9" Type="http://schemas.openxmlformats.org/officeDocument/2006/relationships/slide" Target="/ppt/slides/slide4.xml"/><Relationship Id="rId26" Type="http://schemas.openxmlformats.org/officeDocument/2006/relationships/image" Target="../media/image32.png"/><Relationship Id="rId25" Type="http://schemas.openxmlformats.org/officeDocument/2006/relationships/image" Target="../media/image8.png"/><Relationship Id="rId5" Type="http://schemas.openxmlformats.org/officeDocument/2006/relationships/slide" Target="/ppt/slides/slide2.xml"/><Relationship Id="rId6" Type="http://schemas.openxmlformats.org/officeDocument/2006/relationships/slide" Target="/ppt/slides/slide2.xml"/><Relationship Id="rId7" Type="http://schemas.openxmlformats.org/officeDocument/2006/relationships/slide" Target="/ppt/slides/slide3.xml"/><Relationship Id="rId8" Type="http://schemas.openxmlformats.org/officeDocument/2006/relationships/slide" Target="/ppt/slides/slide3.xml"/><Relationship Id="rId11" Type="http://schemas.openxmlformats.org/officeDocument/2006/relationships/slide" Target="/ppt/slides/slide5.xml"/><Relationship Id="rId10" Type="http://schemas.openxmlformats.org/officeDocument/2006/relationships/slide" Target="/ppt/slides/slide4.xml"/><Relationship Id="rId13" Type="http://schemas.openxmlformats.org/officeDocument/2006/relationships/slide" Target="/ppt/slides/slide6.xml"/><Relationship Id="rId12" Type="http://schemas.openxmlformats.org/officeDocument/2006/relationships/slide" Target="/ppt/slides/slide5.xml"/><Relationship Id="rId15" Type="http://schemas.openxmlformats.org/officeDocument/2006/relationships/slide" Target="/ppt/slides/slide7.xml"/><Relationship Id="rId14" Type="http://schemas.openxmlformats.org/officeDocument/2006/relationships/slide" Target="/ppt/slides/slide6.xml"/><Relationship Id="rId17" Type="http://schemas.openxmlformats.org/officeDocument/2006/relationships/slide" Target="/ppt/slides/slide8.xml"/><Relationship Id="rId16" Type="http://schemas.openxmlformats.org/officeDocument/2006/relationships/slide" Target="/ppt/slides/slide7.xml"/><Relationship Id="rId19" Type="http://schemas.openxmlformats.org/officeDocument/2006/relationships/slide" Target="/ppt/slides/slide9.xml"/><Relationship Id="rId18" Type="http://schemas.openxmlformats.org/officeDocument/2006/relationships/slide" Target="/ppt/slides/slide8.xml"/></Relationships>
</file>

<file path=ppt/slides/_rels/slide9.xml.rels><?xml version="1.0" encoding="UTF-8" standalone="yes"?><Relationships xmlns="http://schemas.openxmlformats.org/package/2006/relationships"><Relationship Id="rId20" Type="http://schemas.openxmlformats.org/officeDocument/2006/relationships/slide" Target="/ppt/slides/slide9.xml"/><Relationship Id="rId22" Type="http://schemas.openxmlformats.org/officeDocument/2006/relationships/slide" Target="/ppt/slides/slide10.xml"/><Relationship Id="rId21" Type="http://schemas.openxmlformats.org/officeDocument/2006/relationships/slide" Target="/ppt/slides/slide10.xml"/><Relationship Id="rId24" Type="http://schemas.openxmlformats.org/officeDocument/2006/relationships/image" Target="../media/image18.png"/><Relationship Id="rId23" Type="http://schemas.openxmlformats.org/officeDocument/2006/relationships/image" Target="../media/image30.png"/><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slide" Target="/ppt/slides/slide1.xml"/><Relationship Id="rId4" Type="http://schemas.openxmlformats.org/officeDocument/2006/relationships/slide" Target="/ppt/slides/slide1.xml"/><Relationship Id="rId9" Type="http://schemas.openxmlformats.org/officeDocument/2006/relationships/slide" Target="/ppt/slides/slide4.xml"/><Relationship Id="rId26" Type="http://schemas.openxmlformats.org/officeDocument/2006/relationships/image" Target="../media/image36.png"/><Relationship Id="rId25" Type="http://schemas.openxmlformats.org/officeDocument/2006/relationships/image" Target="../media/image33.png"/><Relationship Id="rId28" Type="http://schemas.openxmlformats.org/officeDocument/2006/relationships/image" Target="../media/image34.png"/><Relationship Id="rId27" Type="http://schemas.openxmlformats.org/officeDocument/2006/relationships/image" Target="../media/image35.png"/><Relationship Id="rId5" Type="http://schemas.openxmlformats.org/officeDocument/2006/relationships/slide" Target="/ppt/slides/slide2.xml"/><Relationship Id="rId6" Type="http://schemas.openxmlformats.org/officeDocument/2006/relationships/slide" Target="/ppt/slides/slide2.xml"/><Relationship Id="rId7" Type="http://schemas.openxmlformats.org/officeDocument/2006/relationships/slide" Target="/ppt/slides/slide3.xml"/><Relationship Id="rId8" Type="http://schemas.openxmlformats.org/officeDocument/2006/relationships/slide" Target="/ppt/slides/slide3.xml"/><Relationship Id="rId11" Type="http://schemas.openxmlformats.org/officeDocument/2006/relationships/slide" Target="/ppt/slides/slide5.xml"/><Relationship Id="rId10" Type="http://schemas.openxmlformats.org/officeDocument/2006/relationships/slide" Target="/ppt/slides/slide4.xml"/><Relationship Id="rId13" Type="http://schemas.openxmlformats.org/officeDocument/2006/relationships/slide" Target="/ppt/slides/slide6.xml"/><Relationship Id="rId12" Type="http://schemas.openxmlformats.org/officeDocument/2006/relationships/slide" Target="/ppt/slides/slide5.xml"/><Relationship Id="rId15" Type="http://schemas.openxmlformats.org/officeDocument/2006/relationships/slide" Target="/ppt/slides/slide7.xml"/><Relationship Id="rId14" Type="http://schemas.openxmlformats.org/officeDocument/2006/relationships/slide" Target="/ppt/slides/slide6.xml"/><Relationship Id="rId17" Type="http://schemas.openxmlformats.org/officeDocument/2006/relationships/slide" Target="/ppt/slides/slide8.xml"/><Relationship Id="rId16" Type="http://schemas.openxmlformats.org/officeDocument/2006/relationships/slide" Target="/ppt/slides/slide7.xml"/><Relationship Id="rId19" Type="http://schemas.openxmlformats.org/officeDocument/2006/relationships/slide" Target="/ppt/slides/slide9.xml"/><Relationship Id="rId18" Type="http://schemas.openxmlformats.org/officeDocument/2006/relationships/slide" Target="/ppt/slides/slide8.xml"/></Relationships>
</file>

<file path=ppt/slides/_rels/slide10.xml.rels><?xml version="1.0" encoding="UTF-8" standalone="yes"?><Relationships xmlns="http://schemas.openxmlformats.org/package/2006/relationships"><Relationship Id="rId40" Type="http://schemas.openxmlformats.org/officeDocument/2006/relationships/hyperlink" Target="https://huggingface.co/datasets/ai4bharat/IndicVoices" TargetMode="External"/><Relationship Id="rId20" Type="http://schemas.openxmlformats.org/officeDocument/2006/relationships/slide" Target="/ppt/slides/slide9.xml"/><Relationship Id="rId42" Type="http://schemas.openxmlformats.org/officeDocument/2006/relationships/hyperlink" Target="https://apps.appfollow.io/ios/tldl-ai-lecture-note-taker/6590628538?country=ie" TargetMode="External"/><Relationship Id="rId41" Type="http://schemas.openxmlformats.org/officeDocument/2006/relationships/hyperlink" Target="https://www.audionotes.app/students" TargetMode="External"/><Relationship Id="rId22" Type="http://schemas.openxmlformats.org/officeDocument/2006/relationships/slide" Target="/ppt/slides/slide10.xml"/><Relationship Id="rId44" Type="http://schemas.openxmlformats.org/officeDocument/2006/relationships/hyperlink" Target="https://www.happyscribe.com/ai-meeting-notetaker/hi" TargetMode="External"/><Relationship Id="rId21" Type="http://schemas.openxmlformats.org/officeDocument/2006/relationships/slide" Target="/ppt/slides/slide10.xml"/><Relationship Id="rId43" Type="http://schemas.openxmlformats.org/officeDocument/2006/relationships/hyperlink" Target="https://intermind.com/blog/otter-ai-alternatives" TargetMode="External"/><Relationship Id="rId24" Type="http://schemas.openxmlformats.org/officeDocument/2006/relationships/hyperlink" Target="https://charlie.csu.edu.au/2016/03/18/lecture-hacks-01-note-taking/" TargetMode="External"/><Relationship Id="rId23" Type="http://schemas.openxmlformats.org/officeDocument/2006/relationships/hyperlink" Target="https://www.ovid.com/journals/acps/fulltext/10.1002/acp.4166~the-effects-of-lecture-speed-and-notetaking-on-memory-for" TargetMode="External"/><Relationship Id="rId45" Type="http://schemas.openxmlformats.org/officeDocument/2006/relationships/hyperlink" Target="https://www.hoganlovells.com/en/publications/indias-digital-personal-data-protection-act-2023-brought-into-force-" TargetMode="External"/><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slide" Target="/ppt/slides/slide1.xml"/><Relationship Id="rId4" Type="http://schemas.openxmlformats.org/officeDocument/2006/relationships/slide" Target="/ppt/slides/slide1.xml"/><Relationship Id="rId9" Type="http://schemas.openxmlformats.org/officeDocument/2006/relationships/slide" Target="/ppt/slides/slide4.xml"/><Relationship Id="rId26" Type="http://schemas.openxmlformats.org/officeDocument/2006/relationships/hyperlink" Target="https://en.vikaspedia.in/viewcontent/education/resource-links/ministry-of-education-releases-all-india-survey-on-higher-education-2021-2022?lgn=en" TargetMode="External"/><Relationship Id="rId25" Type="http://schemas.openxmlformats.org/officeDocument/2006/relationships/hyperlink" Target="https://ejournals.ncert.gov.in/index.php/jie/article/view/2139" TargetMode="External"/><Relationship Id="rId28" Type="http://schemas.openxmlformats.org/officeDocument/2006/relationships/hyperlink" Target="https://econtent.hogrefe.com/doi/10.1027/1016-9040.13.2.114" TargetMode="External"/><Relationship Id="rId27" Type="http://schemas.openxmlformats.org/officeDocument/2006/relationships/hyperlink" Target="https://learninganalytics.upenn.edu/ryanbaker/ACL_2023.pdf" TargetMode="External"/><Relationship Id="rId5" Type="http://schemas.openxmlformats.org/officeDocument/2006/relationships/slide" Target="/ppt/slides/slide2.xml"/><Relationship Id="rId6" Type="http://schemas.openxmlformats.org/officeDocument/2006/relationships/slide" Target="/ppt/slides/slide2.xml"/><Relationship Id="rId29" Type="http://schemas.openxmlformats.org/officeDocument/2006/relationships/hyperlink" Target="https://huggingface.co/Trelis/tara" TargetMode="External"/><Relationship Id="rId7" Type="http://schemas.openxmlformats.org/officeDocument/2006/relationships/slide" Target="/ppt/slides/slide3.xml"/><Relationship Id="rId8" Type="http://schemas.openxmlformats.org/officeDocument/2006/relationships/slide" Target="/ppt/slides/slide3.xml"/><Relationship Id="rId31" Type="http://schemas.openxmlformats.org/officeDocument/2006/relationships/hyperlink" Target="https://docs.sarvam.ai/api-reference-docs/api-guides-tutorials/speech-to-text/how-to/select-output-mode.md" TargetMode="External"/><Relationship Id="rId30" Type="http://schemas.openxmlformats.org/officeDocument/2006/relationships/hyperlink" Target="https://friendli.ai/models/Trelis/whisper-hinglish-preview" TargetMode="External"/><Relationship Id="rId11" Type="http://schemas.openxmlformats.org/officeDocument/2006/relationships/slide" Target="/ppt/slides/slide5.xml"/><Relationship Id="rId33" Type="http://schemas.openxmlformats.org/officeDocument/2006/relationships/hyperlink" Target="https://www.gnani.ai/resources/blogs/blog-code-switching-speech-recognition-hinglish-asr" TargetMode="External"/><Relationship Id="rId10" Type="http://schemas.openxmlformats.org/officeDocument/2006/relationships/slide" Target="/ppt/slides/slide4.xml"/><Relationship Id="rId32" Type="http://schemas.openxmlformats.org/officeDocument/2006/relationships/hyperlink" Target="https://arxiv.org/pdf/2501.11378" TargetMode="External"/><Relationship Id="rId13" Type="http://schemas.openxmlformats.org/officeDocument/2006/relationships/slide" Target="/ppt/slides/slide6.xml"/><Relationship Id="rId35" Type="http://schemas.openxmlformats.org/officeDocument/2006/relationships/hyperlink" Target="https://openslr.org/104/" TargetMode="External"/><Relationship Id="rId12" Type="http://schemas.openxmlformats.org/officeDocument/2006/relationships/slide" Target="/ppt/slides/slide5.xml"/><Relationship Id="rId34" Type="http://schemas.openxmlformats.org/officeDocument/2006/relationships/hyperlink" Target="https://huggingface.co/shunyalabs/zero-stt-hinglish/blob/main/README.md" TargetMode="External"/><Relationship Id="rId15" Type="http://schemas.openxmlformats.org/officeDocument/2006/relationships/slide" Target="/ppt/slides/slide7.xml"/><Relationship Id="rId37" Type="http://schemas.openxmlformats.org/officeDocument/2006/relationships/hyperlink" Target="https://pure.ulster.ac.uk/en/publications/hiacc-hinglish-adult-amp-children-code-switched-corpus/" TargetMode="External"/><Relationship Id="rId14" Type="http://schemas.openxmlformats.org/officeDocument/2006/relationships/slide" Target="/ppt/slides/slide6.xml"/><Relationship Id="rId36" Type="http://schemas.openxmlformats.org/officeDocument/2006/relationships/hyperlink" Target="https://iitg.ac.in/eee/emstlab/HingCoS_Database/HingCoS.html" TargetMode="External"/><Relationship Id="rId17" Type="http://schemas.openxmlformats.org/officeDocument/2006/relationships/slide" Target="/ppt/slides/slide8.xml"/><Relationship Id="rId39" Type="http://schemas.openxmlformats.org/officeDocument/2006/relationships/hyperlink" Target="https://github.com/AI4Bharat/vistaar" TargetMode="External"/><Relationship Id="rId16" Type="http://schemas.openxmlformats.org/officeDocument/2006/relationships/slide" Target="/ppt/slides/slide7.xml"/><Relationship Id="rId38" Type="http://schemas.openxmlformats.org/officeDocument/2006/relationships/hyperlink" Target="https://arxiv.org/pdf/1810.00662" TargetMode="External"/><Relationship Id="rId19" Type="http://schemas.openxmlformats.org/officeDocument/2006/relationships/slide" Target="/ppt/slides/slide9.xml"/><Relationship Id="rId18" Type="http://schemas.openxmlformats.org/officeDocument/2006/relationships/slide" Target="/ppt/slid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sp>
        <p:nvSpPr>
          <p:cNvPr id="29" name="Google Shape;29;p5"/>
          <p:cNvSpPr txBox="1"/>
          <p:nvPr/>
        </p:nvSpPr>
        <p:spPr>
          <a:xfrm>
            <a:off x="731520" y="1051560"/>
            <a:ext cx="5852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1" lang="en-US" sz="1200">
                <a:solidFill>
                  <a:schemeClr val="accent1"/>
                </a:solidFill>
                <a:latin typeface="Calibri"/>
                <a:ea typeface="Calibri"/>
                <a:cs typeface="Calibri"/>
                <a:sym typeface="Calibri"/>
              </a:rPr>
              <a:t>Project Ideation| AI/ML Geek Room</a:t>
            </a:r>
            <a:endParaRPr b="0" i="0" sz="1200" u="none" cap="none" strike="noStrike">
              <a:solidFill>
                <a:schemeClr val="dk1"/>
              </a:solidFill>
              <a:latin typeface="Calibri"/>
              <a:ea typeface="Calibri"/>
              <a:cs typeface="Calibri"/>
              <a:sym typeface="Calibri"/>
            </a:endParaRPr>
          </a:p>
        </p:txBody>
      </p:sp>
      <p:sp>
        <p:nvSpPr>
          <p:cNvPr id="30" name="Google Shape;30;p5"/>
          <p:cNvSpPr txBox="1"/>
          <p:nvPr>
            <p:ph type="title"/>
          </p:nvPr>
        </p:nvSpPr>
        <p:spPr>
          <a:xfrm>
            <a:off x="731520" y="1508760"/>
            <a:ext cx="5852160" cy="12344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6600"/>
              <a:buFont typeface="Cambria"/>
              <a:buNone/>
            </a:pPr>
            <a:r>
              <a:rPr b="1" lang="en-US" sz="6600">
                <a:solidFill>
                  <a:schemeClr val="lt1"/>
                </a:solidFill>
              </a:rPr>
              <a:t>NoteWise</a:t>
            </a:r>
            <a:endParaRPr sz="6600"/>
          </a:p>
        </p:txBody>
      </p:sp>
      <p:sp>
        <p:nvSpPr>
          <p:cNvPr id="31" name="Google Shape;31;p5"/>
          <p:cNvSpPr txBox="1"/>
          <p:nvPr/>
        </p:nvSpPr>
        <p:spPr>
          <a:xfrm>
            <a:off x="731520" y="2926080"/>
            <a:ext cx="530352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2400"/>
              <a:buFont typeface="Calibri"/>
              <a:buNone/>
            </a:pPr>
            <a:r>
              <a:rPr b="0" i="0" lang="en-US" sz="2400" u="none" cap="none" strike="noStrike">
                <a:solidFill>
                  <a:schemeClr val="lt1"/>
                </a:solidFill>
                <a:latin typeface="Calibri"/>
                <a:ea typeface="Calibri"/>
                <a:cs typeface="Calibri"/>
                <a:sym typeface="Calibri"/>
              </a:rPr>
              <a:t>Turning Hinglish lectures into clear, organised notes</a:t>
            </a:r>
            <a:endParaRPr b="0" i="0" sz="2400" u="none" cap="none" strike="noStrike">
              <a:solidFill>
                <a:schemeClr val="dk1"/>
              </a:solidFill>
              <a:latin typeface="Calibri"/>
              <a:ea typeface="Calibri"/>
              <a:cs typeface="Calibri"/>
              <a:sym typeface="Calibri"/>
            </a:endParaRPr>
          </a:p>
        </p:txBody>
      </p:sp>
      <p:sp>
        <p:nvSpPr>
          <p:cNvPr id="32" name="Google Shape;32;p5"/>
          <p:cNvSpPr txBox="1"/>
          <p:nvPr/>
        </p:nvSpPr>
        <p:spPr>
          <a:xfrm>
            <a:off x="731525" y="4297671"/>
            <a:ext cx="5486400" cy="64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0" i="1" lang="en-US" sz="1800" u="none" cap="none" strike="noStrike">
                <a:solidFill>
                  <a:schemeClr val="accent1"/>
                </a:solidFill>
                <a:latin typeface="Calibri"/>
                <a:ea typeface="Calibri"/>
                <a:cs typeface="Calibri"/>
                <a:sym typeface="Calibri"/>
              </a:rPr>
              <a:t>Listen in class. Read your notes after.</a:t>
            </a:r>
            <a:endParaRPr b="0" i="0" sz="1800" u="none" cap="none" strike="noStrike">
              <a:solidFill>
                <a:schemeClr val="dk1"/>
              </a:solidFill>
              <a:latin typeface="Calibri"/>
              <a:ea typeface="Calibri"/>
              <a:cs typeface="Calibri"/>
              <a:sym typeface="Calibri"/>
            </a:endParaRPr>
          </a:p>
        </p:txBody>
      </p:sp>
      <p:sp>
        <p:nvSpPr>
          <p:cNvPr id="33" name="Google Shape;33;p5"/>
          <p:cNvSpPr txBox="1"/>
          <p:nvPr/>
        </p:nvSpPr>
        <p:spPr>
          <a:xfrm>
            <a:off x="731520" y="5897880"/>
            <a:ext cx="5486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2"/>
              </a:buClr>
              <a:buSzPts val="1400"/>
              <a:buFont typeface="Calibri"/>
              <a:buNone/>
            </a:pPr>
            <a:r>
              <a:rPr b="0" i="0" lang="en-US" sz="1400" u="none" cap="none" strike="noStrike">
                <a:solidFill>
                  <a:schemeClr val="lt2"/>
                </a:solidFill>
                <a:latin typeface="Calibri"/>
                <a:ea typeface="Calibri"/>
                <a:cs typeface="Calibri"/>
                <a:sym typeface="Calibri"/>
              </a:rPr>
              <a:t>Sarthak Chauhan  |  ECE-1, First Year</a:t>
            </a:r>
            <a:endParaRPr b="0" i="0" sz="1400" u="none" cap="none" strike="noStrike">
              <a:solidFill>
                <a:schemeClr val="dk1"/>
              </a:solidFill>
              <a:latin typeface="Calibri"/>
              <a:ea typeface="Calibri"/>
              <a:cs typeface="Calibri"/>
              <a:sym typeface="Calibri"/>
            </a:endParaRPr>
          </a:p>
        </p:txBody>
      </p:sp>
      <p:sp>
        <p:nvSpPr>
          <p:cNvPr id="34" name="Google Shape;34;p5"/>
          <p:cNvSpPr/>
          <p:nvPr/>
        </p:nvSpPr>
        <p:spPr>
          <a:xfrm>
            <a:off x="7040880" y="1965960"/>
            <a:ext cx="137160" cy="457200"/>
          </a:xfrm>
          <a:prstGeom prst="roundRect">
            <a:avLst>
              <a:gd fmla="val 4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7255764" y="1783080"/>
            <a:ext cx="137160" cy="822960"/>
          </a:xfrm>
          <a:prstGeom prst="roundRect">
            <a:avLst>
              <a:gd fmla="val 4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5"/>
          <p:cNvSpPr/>
          <p:nvPr/>
        </p:nvSpPr>
        <p:spPr>
          <a:xfrm>
            <a:off x="7470648" y="1554480"/>
            <a:ext cx="137160" cy="1280160"/>
          </a:xfrm>
          <a:prstGeom prst="roundRect">
            <a:avLst>
              <a:gd fmla="val 4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7685532" y="1828800"/>
            <a:ext cx="137160" cy="731520"/>
          </a:xfrm>
          <a:prstGeom prst="roundRect">
            <a:avLst>
              <a:gd fmla="val 4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7900416" y="1325880"/>
            <a:ext cx="137160" cy="1737360"/>
          </a:xfrm>
          <a:prstGeom prst="roundRect">
            <a:avLst>
              <a:gd fmla="val 4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5"/>
          <p:cNvSpPr/>
          <p:nvPr/>
        </p:nvSpPr>
        <p:spPr>
          <a:xfrm>
            <a:off x="8115300" y="1097280"/>
            <a:ext cx="137160" cy="2194560"/>
          </a:xfrm>
          <a:prstGeom prst="roundRect">
            <a:avLst>
              <a:gd fmla="val 4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5"/>
          <p:cNvSpPr/>
          <p:nvPr/>
        </p:nvSpPr>
        <p:spPr>
          <a:xfrm>
            <a:off x="8330184" y="1508760"/>
            <a:ext cx="137160" cy="1371600"/>
          </a:xfrm>
          <a:prstGeom prst="roundRect">
            <a:avLst>
              <a:gd fmla="val 4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p:nvPr/>
        </p:nvSpPr>
        <p:spPr>
          <a:xfrm>
            <a:off x="8545068" y="960120"/>
            <a:ext cx="137160" cy="2468880"/>
          </a:xfrm>
          <a:prstGeom prst="roundRect">
            <a:avLst>
              <a:gd fmla="val 4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a:off x="8759952" y="1645920"/>
            <a:ext cx="137160" cy="1097280"/>
          </a:xfrm>
          <a:prstGeom prst="roundRect">
            <a:avLst>
              <a:gd fmla="val 4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8974836" y="1188720"/>
            <a:ext cx="137160" cy="2011680"/>
          </a:xfrm>
          <a:prstGeom prst="roundRect">
            <a:avLst>
              <a:gd fmla="val 4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5"/>
          <p:cNvSpPr/>
          <p:nvPr/>
        </p:nvSpPr>
        <p:spPr>
          <a:xfrm>
            <a:off x="9189720" y="1783080"/>
            <a:ext cx="137160" cy="822960"/>
          </a:xfrm>
          <a:prstGeom prst="roundRect">
            <a:avLst>
              <a:gd fmla="val 4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p:nvPr/>
        </p:nvSpPr>
        <p:spPr>
          <a:xfrm>
            <a:off x="9404604" y="1371600"/>
            <a:ext cx="137160" cy="1645920"/>
          </a:xfrm>
          <a:prstGeom prst="roundRect">
            <a:avLst>
              <a:gd fmla="val 4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5"/>
          <p:cNvSpPr/>
          <p:nvPr/>
        </p:nvSpPr>
        <p:spPr>
          <a:xfrm>
            <a:off x="9619488" y="1051560"/>
            <a:ext cx="137160" cy="2286000"/>
          </a:xfrm>
          <a:prstGeom prst="roundRect">
            <a:avLst>
              <a:gd fmla="val 4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9834372" y="1691640"/>
            <a:ext cx="137160" cy="1005840"/>
          </a:xfrm>
          <a:prstGeom prst="roundRect">
            <a:avLst>
              <a:gd fmla="val 4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10049256" y="1280160"/>
            <a:ext cx="137160" cy="1828800"/>
          </a:xfrm>
          <a:prstGeom prst="roundRect">
            <a:avLst>
              <a:gd fmla="val 4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a:off x="10264140" y="1554480"/>
            <a:ext cx="137160" cy="1280160"/>
          </a:xfrm>
          <a:prstGeom prst="roundRect">
            <a:avLst>
              <a:gd fmla="val 4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10479024" y="1828800"/>
            <a:ext cx="137160" cy="731520"/>
          </a:xfrm>
          <a:prstGeom prst="roundRect">
            <a:avLst>
              <a:gd fmla="val 4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a:off x="10693908" y="1463040"/>
            <a:ext cx="137160" cy="1463040"/>
          </a:xfrm>
          <a:prstGeom prst="roundRect">
            <a:avLst>
              <a:gd fmla="val 4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10908792" y="1874520"/>
            <a:ext cx="137160" cy="640080"/>
          </a:xfrm>
          <a:prstGeom prst="roundRect">
            <a:avLst>
              <a:gd fmla="val 4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11123676" y="1737360"/>
            <a:ext cx="137160" cy="914400"/>
          </a:xfrm>
          <a:prstGeom prst="roundRect">
            <a:avLst>
              <a:gd fmla="val 46667"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11338560" y="1965960"/>
            <a:ext cx="137160" cy="457200"/>
          </a:xfrm>
          <a:prstGeom prst="roundRect">
            <a:avLst>
              <a:gd fmla="val 46667"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rrow from audio to notes" id="55" name="Google Shape;55;p5"/>
          <p:cNvPicPr preferRelativeResize="0"/>
          <p:nvPr/>
        </p:nvPicPr>
        <p:blipFill rotWithShape="1">
          <a:blip r:embed="rId3">
            <a:alphaModFix/>
          </a:blip>
          <a:srcRect b="0" l="0" r="0" t="0"/>
          <a:stretch/>
        </p:blipFill>
        <p:spPr>
          <a:xfrm>
            <a:off x="9098280" y="3611880"/>
            <a:ext cx="365760" cy="365760"/>
          </a:xfrm>
          <a:prstGeom prst="rect">
            <a:avLst/>
          </a:prstGeom>
          <a:noFill/>
          <a:ln>
            <a:noFill/>
          </a:ln>
        </p:spPr>
      </p:pic>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
                                        </p:tgtEl>
                                        <p:attrNameLst>
                                          <p:attrName>style.visibility</p:attrName>
                                        </p:attrNameLst>
                                      </p:cBhvr>
                                      <p:to>
                                        <p:strVal val="visible"/>
                                      </p:to>
                                    </p:set>
                                    <p:animEffect filter="fade" transition="in">
                                      <p:cBhvr>
                                        <p:cTn dur="500"/>
                                        <p:tgtEl>
                                          <p:spTgt spid="29"/>
                                        </p:tgtEl>
                                      </p:cBhvr>
                                    </p:animEffect>
                                  </p:childTnLst>
                                </p:cTn>
                              </p:par>
                              <p:par>
                                <p:cTn fill="hold" nodeType="withEffect" presetClass="entr" presetID="2" presetSubtype="4">
                                  <p:stCondLst>
                                    <p:cond delay="400"/>
                                  </p:stCondLst>
                                  <p:childTnLst>
                                    <p:set>
                                      <p:cBhvr>
                                        <p:cTn dur="1" fill="hold">
                                          <p:stCondLst>
                                            <p:cond delay="0"/>
                                          </p:stCondLst>
                                        </p:cTn>
                                        <p:tgtEl>
                                          <p:spTgt spid="31"/>
                                        </p:tgtEl>
                                        <p:attrNameLst>
                                          <p:attrName>style.visibility</p:attrName>
                                        </p:attrNameLst>
                                      </p:cBhvr>
                                      <p:to>
                                        <p:strVal val="visible"/>
                                      </p:to>
                                    </p:set>
                                    <p:anim calcmode="lin" valueType="num">
                                      <p:cBhvr additive="base">
                                        <p:cTn dur="500"/>
                                        <p:tgtEl>
                                          <p:spTgt spid="3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32"/>
                                        </p:tgtEl>
                                        <p:attrNameLst>
                                          <p:attrName>style.visibility</p:attrName>
                                        </p:attrNameLst>
                                      </p:cBhvr>
                                      <p:to>
                                        <p:strVal val="visible"/>
                                      </p:to>
                                    </p:set>
                                    <p:anim calcmode="lin" valueType="num">
                                      <p:cBhvr additive="base">
                                        <p:cTn dur="500"/>
                                        <p:tgtEl>
                                          <p:spTgt spid="32"/>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800"/>
                                  </p:stCondLst>
                                  <p:childTnLst>
                                    <p:set>
                                      <p:cBhvr>
                                        <p:cTn dur="1" fill="hold">
                                          <p:stCondLst>
                                            <p:cond delay="0"/>
                                          </p:stCondLst>
                                        </p:cTn>
                                        <p:tgtEl>
                                          <p:spTgt spid="33"/>
                                        </p:tgtEl>
                                        <p:attrNameLst>
                                          <p:attrName>style.visibility</p:attrName>
                                        </p:attrNameLst>
                                      </p:cBhvr>
                                      <p:to>
                                        <p:strVal val="visible"/>
                                      </p:to>
                                    </p:set>
                                    <p:animEffect filter="fade" transition="in">
                                      <p:cBhvr>
                                        <p:cTn dur="500"/>
                                        <p:tgtEl>
                                          <p:spTgt spid="33"/>
                                        </p:tgtEl>
                                      </p:cBhvr>
                                    </p:animEffect>
                                  </p:childTnLst>
                                </p:cTn>
                              </p:par>
                              <p:par>
                                <p:cTn fill="hold" nodeType="withEffect" presetClass="entr" presetID="10" presetSubtype="0">
                                  <p:stCondLst>
                                    <p:cond delay="1000"/>
                                  </p:stCondLst>
                                  <p:childTnLst>
                                    <p:set>
                                      <p:cBhvr>
                                        <p:cTn dur="1" fill="hold">
                                          <p:stCondLst>
                                            <p:cond delay="0"/>
                                          </p:stCondLst>
                                        </p:cTn>
                                        <p:tgtEl>
                                          <p:spTgt spid="34"/>
                                        </p:tgtEl>
                                        <p:attrNameLst>
                                          <p:attrName>style.visibility</p:attrName>
                                        </p:attrNameLst>
                                      </p:cBhvr>
                                      <p:to>
                                        <p:strVal val="visible"/>
                                      </p:to>
                                    </p:set>
                                    <p:animEffect filter="fade" transition="in">
                                      <p:cBhvr>
                                        <p:cTn dur="450"/>
                                        <p:tgtEl>
                                          <p:spTgt spid="34"/>
                                        </p:tgtEl>
                                      </p:cBhvr>
                                    </p:animEffect>
                                  </p:childTnLst>
                                </p:cTn>
                              </p:par>
                              <p:par>
                                <p:cTn fill="hold" nodeType="withEffect" presetClass="entr" presetID="10" presetSubtype="0">
                                  <p:stCondLst>
                                    <p:cond delay="1050"/>
                                  </p:stCondLst>
                                  <p:childTnLst>
                                    <p:set>
                                      <p:cBhvr>
                                        <p:cTn dur="1" fill="hold">
                                          <p:stCondLst>
                                            <p:cond delay="0"/>
                                          </p:stCondLst>
                                        </p:cTn>
                                        <p:tgtEl>
                                          <p:spTgt spid="35"/>
                                        </p:tgtEl>
                                        <p:attrNameLst>
                                          <p:attrName>style.visibility</p:attrName>
                                        </p:attrNameLst>
                                      </p:cBhvr>
                                      <p:to>
                                        <p:strVal val="visible"/>
                                      </p:to>
                                    </p:set>
                                    <p:animEffect filter="fade" transition="in">
                                      <p:cBhvr>
                                        <p:cTn dur="450"/>
                                        <p:tgtEl>
                                          <p:spTgt spid="35"/>
                                        </p:tgtEl>
                                      </p:cBhvr>
                                    </p:animEffect>
                                  </p:childTnLst>
                                </p:cTn>
                              </p:par>
                              <p:par>
                                <p:cTn fill="hold" nodeType="withEffect" presetClass="entr" presetID="10" presetSubtype="0">
                                  <p:stCondLst>
                                    <p:cond delay="1100"/>
                                  </p:stCondLst>
                                  <p:childTnLst>
                                    <p:set>
                                      <p:cBhvr>
                                        <p:cTn dur="1" fill="hold">
                                          <p:stCondLst>
                                            <p:cond delay="0"/>
                                          </p:stCondLst>
                                        </p:cTn>
                                        <p:tgtEl>
                                          <p:spTgt spid="36"/>
                                        </p:tgtEl>
                                        <p:attrNameLst>
                                          <p:attrName>style.visibility</p:attrName>
                                        </p:attrNameLst>
                                      </p:cBhvr>
                                      <p:to>
                                        <p:strVal val="visible"/>
                                      </p:to>
                                    </p:set>
                                    <p:animEffect filter="fade" transition="in">
                                      <p:cBhvr>
                                        <p:cTn dur="450"/>
                                        <p:tgtEl>
                                          <p:spTgt spid="36"/>
                                        </p:tgtEl>
                                      </p:cBhvr>
                                    </p:animEffect>
                                  </p:childTnLst>
                                </p:cTn>
                              </p:par>
                              <p:par>
                                <p:cTn fill="hold" nodeType="withEffect" presetClass="entr" presetID="10" presetSubtype="0">
                                  <p:stCondLst>
                                    <p:cond delay="1150"/>
                                  </p:stCondLst>
                                  <p:childTnLst>
                                    <p:set>
                                      <p:cBhvr>
                                        <p:cTn dur="1" fill="hold">
                                          <p:stCondLst>
                                            <p:cond delay="0"/>
                                          </p:stCondLst>
                                        </p:cTn>
                                        <p:tgtEl>
                                          <p:spTgt spid="37"/>
                                        </p:tgtEl>
                                        <p:attrNameLst>
                                          <p:attrName>style.visibility</p:attrName>
                                        </p:attrNameLst>
                                      </p:cBhvr>
                                      <p:to>
                                        <p:strVal val="visible"/>
                                      </p:to>
                                    </p:set>
                                    <p:animEffect filter="fade" transition="in">
                                      <p:cBhvr>
                                        <p:cTn dur="450"/>
                                        <p:tgtEl>
                                          <p:spTgt spid="37"/>
                                        </p:tgtEl>
                                      </p:cBhvr>
                                    </p:animEffect>
                                  </p:childTnLst>
                                </p:cTn>
                              </p:par>
                              <p:par>
                                <p:cTn fill="hold" nodeType="withEffect" presetClass="entr" presetID="10" presetSubtype="0">
                                  <p:stCondLst>
                                    <p:cond delay="1200"/>
                                  </p:stCondLst>
                                  <p:childTnLst>
                                    <p:set>
                                      <p:cBhvr>
                                        <p:cTn dur="1" fill="hold">
                                          <p:stCondLst>
                                            <p:cond delay="0"/>
                                          </p:stCondLst>
                                        </p:cTn>
                                        <p:tgtEl>
                                          <p:spTgt spid="38"/>
                                        </p:tgtEl>
                                        <p:attrNameLst>
                                          <p:attrName>style.visibility</p:attrName>
                                        </p:attrNameLst>
                                      </p:cBhvr>
                                      <p:to>
                                        <p:strVal val="visible"/>
                                      </p:to>
                                    </p:set>
                                    <p:animEffect filter="fade" transition="in">
                                      <p:cBhvr>
                                        <p:cTn dur="450"/>
                                        <p:tgtEl>
                                          <p:spTgt spid="38"/>
                                        </p:tgtEl>
                                      </p:cBhvr>
                                    </p:animEffect>
                                  </p:childTnLst>
                                </p:cTn>
                              </p:par>
                              <p:par>
                                <p:cTn fill="hold" nodeType="withEffect" presetClass="entr" presetID="10" presetSubtype="0">
                                  <p:stCondLst>
                                    <p:cond delay="1250"/>
                                  </p:stCondLst>
                                  <p:childTnLst>
                                    <p:set>
                                      <p:cBhvr>
                                        <p:cTn dur="1" fill="hold">
                                          <p:stCondLst>
                                            <p:cond delay="0"/>
                                          </p:stCondLst>
                                        </p:cTn>
                                        <p:tgtEl>
                                          <p:spTgt spid="39"/>
                                        </p:tgtEl>
                                        <p:attrNameLst>
                                          <p:attrName>style.visibility</p:attrName>
                                        </p:attrNameLst>
                                      </p:cBhvr>
                                      <p:to>
                                        <p:strVal val="visible"/>
                                      </p:to>
                                    </p:set>
                                    <p:animEffect filter="fade" transition="in">
                                      <p:cBhvr>
                                        <p:cTn dur="450"/>
                                        <p:tgtEl>
                                          <p:spTgt spid="39"/>
                                        </p:tgtEl>
                                      </p:cBhvr>
                                    </p:animEffect>
                                  </p:childTnLst>
                                </p:cTn>
                              </p:par>
                              <p:par>
                                <p:cTn fill="hold" nodeType="withEffect" presetClass="entr" presetID="10" presetSubtype="0">
                                  <p:stCondLst>
                                    <p:cond delay="1300"/>
                                  </p:stCondLst>
                                  <p:childTnLst>
                                    <p:set>
                                      <p:cBhvr>
                                        <p:cTn dur="1" fill="hold">
                                          <p:stCondLst>
                                            <p:cond delay="0"/>
                                          </p:stCondLst>
                                        </p:cTn>
                                        <p:tgtEl>
                                          <p:spTgt spid="40"/>
                                        </p:tgtEl>
                                        <p:attrNameLst>
                                          <p:attrName>style.visibility</p:attrName>
                                        </p:attrNameLst>
                                      </p:cBhvr>
                                      <p:to>
                                        <p:strVal val="visible"/>
                                      </p:to>
                                    </p:set>
                                    <p:animEffect filter="fade" transition="in">
                                      <p:cBhvr>
                                        <p:cTn dur="450"/>
                                        <p:tgtEl>
                                          <p:spTgt spid="40"/>
                                        </p:tgtEl>
                                      </p:cBhvr>
                                    </p:animEffect>
                                  </p:childTnLst>
                                </p:cTn>
                              </p:par>
                              <p:par>
                                <p:cTn fill="hold" nodeType="withEffect" presetClass="entr" presetID="10" presetSubtype="0">
                                  <p:stCondLst>
                                    <p:cond delay="1350"/>
                                  </p:stCondLst>
                                  <p:childTnLst>
                                    <p:set>
                                      <p:cBhvr>
                                        <p:cTn dur="1" fill="hold">
                                          <p:stCondLst>
                                            <p:cond delay="0"/>
                                          </p:stCondLst>
                                        </p:cTn>
                                        <p:tgtEl>
                                          <p:spTgt spid="41"/>
                                        </p:tgtEl>
                                        <p:attrNameLst>
                                          <p:attrName>style.visibility</p:attrName>
                                        </p:attrNameLst>
                                      </p:cBhvr>
                                      <p:to>
                                        <p:strVal val="visible"/>
                                      </p:to>
                                    </p:set>
                                    <p:animEffect filter="fade" transition="in">
                                      <p:cBhvr>
                                        <p:cTn dur="450"/>
                                        <p:tgtEl>
                                          <p:spTgt spid="41"/>
                                        </p:tgtEl>
                                      </p:cBhvr>
                                    </p:animEffect>
                                  </p:childTnLst>
                                </p:cTn>
                              </p:par>
                              <p:par>
                                <p:cTn fill="hold" nodeType="withEffect" presetClass="entr" presetID="10" presetSubtype="0">
                                  <p:stCondLst>
                                    <p:cond delay="1400"/>
                                  </p:stCondLst>
                                  <p:childTnLst>
                                    <p:set>
                                      <p:cBhvr>
                                        <p:cTn dur="1" fill="hold">
                                          <p:stCondLst>
                                            <p:cond delay="0"/>
                                          </p:stCondLst>
                                        </p:cTn>
                                        <p:tgtEl>
                                          <p:spTgt spid="42"/>
                                        </p:tgtEl>
                                        <p:attrNameLst>
                                          <p:attrName>style.visibility</p:attrName>
                                        </p:attrNameLst>
                                      </p:cBhvr>
                                      <p:to>
                                        <p:strVal val="visible"/>
                                      </p:to>
                                    </p:set>
                                    <p:animEffect filter="fade" transition="in">
                                      <p:cBhvr>
                                        <p:cTn dur="450"/>
                                        <p:tgtEl>
                                          <p:spTgt spid="42"/>
                                        </p:tgtEl>
                                      </p:cBhvr>
                                    </p:animEffect>
                                  </p:childTnLst>
                                </p:cTn>
                              </p:par>
                              <p:par>
                                <p:cTn fill="hold" nodeType="withEffect" presetClass="entr" presetID="10" presetSubtype="0">
                                  <p:stCondLst>
                                    <p:cond delay="1450"/>
                                  </p:stCondLst>
                                  <p:childTnLst>
                                    <p:set>
                                      <p:cBhvr>
                                        <p:cTn dur="1" fill="hold">
                                          <p:stCondLst>
                                            <p:cond delay="0"/>
                                          </p:stCondLst>
                                        </p:cTn>
                                        <p:tgtEl>
                                          <p:spTgt spid="43"/>
                                        </p:tgtEl>
                                        <p:attrNameLst>
                                          <p:attrName>style.visibility</p:attrName>
                                        </p:attrNameLst>
                                      </p:cBhvr>
                                      <p:to>
                                        <p:strVal val="visible"/>
                                      </p:to>
                                    </p:set>
                                    <p:animEffect filter="fade" transition="in">
                                      <p:cBhvr>
                                        <p:cTn dur="450"/>
                                        <p:tgtEl>
                                          <p:spTgt spid="43"/>
                                        </p:tgtEl>
                                      </p:cBhvr>
                                    </p:animEffect>
                                  </p:childTnLst>
                                </p:cTn>
                              </p:par>
                              <p:par>
                                <p:cTn fill="hold" nodeType="withEffect" presetClass="entr" presetID="10" presetSubtype="0">
                                  <p:stCondLst>
                                    <p:cond delay="1500"/>
                                  </p:stCondLst>
                                  <p:childTnLst>
                                    <p:set>
                                      <p:cBhvr>
                                        <p:cTn dur="1" fill="hold">
                                          <p:stCondLst>
                                            <p:cond delay="0"/>
                                          </p:stCondLst>
                                        </p:cTn>
                                        <p:tgtEl>
                                          <p:spTgt spid="44"/>
                                        </p:tgtEl>
                                        <p:attrNameLst>
                                          <p:attrName>style.visibility</p:attrName>
                                        </p:attrNameLst>
                                      </p:cBhvr>
                                      <p:to>
                                        <p:strVal val="visible"/>
                                      </p:to>
                                    </p:set>
                                    <p:animEffect filter="fade" transition="in">
                                      <p:cBhvr>
                                        <p:cTn dur="450"/>
                                        <p:tgtEl>
                                          <p:spTgt spid="44"/>
                                        </p:tgtEl>
                                      </p:cBhvr>
                                    </p:animEffect>
                                  </p:childTnLst>
                                </p:cTn>
                              </p:par>
                              <p:par>
                                <p:cTn fill="hold" nodeType="withEffect" presetClass="entr" presetID="10" presetSubtype="0">
                                  <p:stCondLst>
                                    <p:cond delay="1550"/>
                                  </p:stCondLst>
                                  <p:childTnLst>
                                    <p:set>
                                      <p:cBhvr>
                                        <p:cTn dur="1" fill="hold">
                                          <p:stCondLst>
                                            <p:cond delay="0"/>
                                          </p:stCondLst>
                                        </p:cTn>
                                        <p:tgtEl>
                                          <p:spTgt spid="45"/>
                                        </p:tgtEl>
                                        <p:attrNameLst>
                                          <p:attrName>style.visibility</p:attrName>
                                        </p:attrNameLst>
                                      </p:cBhvr>
                                      <p:to>
                                        <p:strVal val="visible"/>
                                      </p:to>
                                    </p:set>
                                    <p:animEffect filter="fade" transition="in">
                                      <p:cBhvr>
                                        <p:cTn dur="450"/>
                                        <p:tgtEl>
                                          <p:spTgt spid="45"/>
                                        </p:tgtEl>
                                      </p:cBhvr>
                                    </p:animEffect>
                                  </p:childTnLst>
                                </p:cTn>
                              </p:par>
                              <p:par>
                                <p:cTn fill="hold" nodeType="withEffect" presetClass="entr" presetID="10" presetSubtype="0">
                                  <p:stCondLst>
                                    <p:cond delay="1600"/>
                                  </p:stCondLst>
                                  <p:childTnLst>
                                    <p:set>
                                      <p:cBhvr>
                                        <p:cTn dur="1" fill="hold">
                                          <p:stCondLst>
                                            <p:cond delay="0"/>
                                          </p:stCondLst>
                                        </p:cTn>
                                        <p:tgtEl>
                                          <p:spTgt spid="46"/>
                                        </p:tgtEl>
                                        <p:attrNameLst>
                                          <p:attrName>style.visibility</p:attrName>
                                        </p:attrNameLst>
                                      </p:cBhvr>
                                      <p:to>
                                        <p:strVal val="visible"/>
                                      </p:to>
                                    </p:set>
                                    <p:animEffect filter="fade" transition="in">
                                      <p:cBhvr>
                                        <p:cTn dur="450"/>
                                        <p:tgtEl>
                                          <p:spTgt spid="46"/>
                                        </p:tgtEl>
                                      </p:cBhvr>
                                    </p:animEffect>
                                  </p:childTnLst>
                                </p:cTn>
                              </p:par>
                              <p:par>
                                <p:cTn fill="hold" nodeType="withEffect" presetClass="entr" presetID="10" presetSubtype="0">
                                  <p:stCondLst>
                                    <p:cond delay="1650"/>
                                  </p:stCondLst>
                                  <p:childTnLst>
                                    <p:set>
                                      <p:cBhvr>
                                        <p:cTn dur="1" fill="hold">
                                          <p:stCondLst>
                                            <p:cond delay="0"/>
                                          </p:stCondLst>
                                        </p:cTn>
                                        <p:tgtEl>
                                          <p:spTgt spid="47"/>
                                        </p:tgtEl>
                                        <p:attrNameLst>
                                          <p:attrName>style.visibility</p:attrName>
                                        </p:attrNameLst>
                                      </p:cBhvr>
                                      <p:to>
                                        <p:strVal val="visible"/>
                                      </p:to>
                                    </p:set>
                                    <p:animEffect filter="fade" transition="in">
                                      <p:cBhvr>
                                        <p:cTn dur="450"/>
                                        <p:tgtEl>
                                          <p:spTgt spid="47"/>
                                        </p:tgtEl>
                                      </p:cBhvr>
                                    </p:animEffect>
                                  </p:childTnLst>
                                </p:cTn>
                              </p:par>
                              <p:par>
                                <p:cTn fill="hold" nodeType="withEffect" presetClass="entr" presetID="10" presetSubtype="0">
                                  <p:stCondLst>
                                    <p:cond delay="1700"/>
                                  </p:stCondLst>
                                  <p:childTnLst>
                                    <p:set>
                                      <p:cBhvr>
                                        <p:cTn dur="1" fill="hold">
                                          <p:stCondLst>
                                            <p:cond delay="0"/>
                                          </p:stCondLst>
                                        </p:cTn>
                                        <p:tgtEl>
                                          <p:spTgt spid="48"/>
                                        </p:tgtEl>
                                        <p:attrNameLst>
                                          <p:attrName>style.visibility</p:attrName>
                                        </p:attrNameLst>
                                      </p:cBhvr>
                                      <p:to>
                                        <p:strVal val="visible"/>
                                      </p:to>
                                    </p:set>
                                    <p:animEffect filter="fade" transition="in">
                                      <p:cBhvr>
                                        <p:cTn dur="450"/>
                                        <p:tgtEl>
                                          <p:spTgt spid="48"/>
                                        </p:tgtEl>
                                      </p:cBhvr>
                                    </p:animEffect>
                                  </p:childTnLst>
                                </p:cTn>
                              </p:par>
                              <p:par>
                                <p:cTn fill="hold" nodeType="withEffect" presetClass="entr" presetID="10" presetSubtype="0">
                                  <p:stCondLst>
                                    <p:cond delay="1750"/>
                                  </p:stCondLst>
                                  <p:childTnLst>
                                    <p:set>
                                      <p:cBhvr>
                                        <p:cTn dur="1" fill="hold">
                                          <p:stCondLst>
                                            <p:cond delay="0"/>
                                          </p:stCondLst>
                                        </p:cTn>
                                        <p:tgtEl>
                                          <p:spTgt spid="49"/>
                                        </p:tgtEl>
                                        <p:attrNameLst>
                                          <p:attrName>style.visibility</p:attrName>
                                        </p:attrNameLst>
                                      </p:cBhvr>
                                      <p:to>
                                        <p:strVal val="visible"/>
                                      </p:to>
                                    </p:set>
                                    <p:animEffect filter="fade" transition="in">
                                      <p:cBhvr>
                                        <p:cTn dur="450"/>
                                        <p:tgtEl>
                                          <p:spTgt spid="49"/>
                                        </p:tgtEl>
                                      </p:cBhvr>
                                    </p:animEffect>
                                  </p:childTnLst>
                                </p:cTn>
                              </p:par>
                              <p:par>
                                <p:cTn fill="hold" nodeType="withEffect" presetClass="entr" presetID="10" presetSubtype="0">
                                  <p:stCondLst>
                                    <p:cond delay="1800"/>
                                  </p:stCondLst>
                                  <p:childTnLst>
                                    <p:set>
                                      <p:cBhvr>
                                        <p:cTn dur="1" fill="hold">
                                          <p:stCondLst>
                                            <p:cond delay="0"/>
                                          </p:stCondLst>
                                        </p:cTn>
                                        <p:tgtEl>
                                          <p:spTgt spid="50"/>
                                        </p:tgtEl>
                                        <p:attrNameLst>
                                          <p:attrName>style.visibility</p:attrName>
                                        </p:attrNameLst>
                                      </p:cBhvr>
                                      <p:to>
                                        <p:strVal val="visible"/>
                                      </p:to>
                                    </p:set>
                                    <p:animEffect filter="fade" transition="in">
                                      <p:cBhvr>
                                        <p:cTn dur="450"/>
                                        <p:tgtEl>
                                          <p:spTgt spid="50"/>
                                        </p:tgtEl>
                                      </p:cBhvr>
                                    </p:animEffect>
                                  </p:childTnLst>
                                </p:cTn>
                              </p:par>
                              <p:par>
                                <p:cTn fill="hold" nodeType="withEffect" presetClass="entr" presetID="10" presetSubtype="0">
                                  <p:stCondLst>
                                    <p:cond delay="1850"/>
                                  </p:stCondLst>
                                  <p:childTnLst>
                                    <p:set>
                                      <p:cBhvr>
                                        <p:cTn dur="1" fill="hold">
                                          <p:stCondLst>
                                            <p:cond delay="0"/>
                                          </p:stCondLst>
                                        </p:cTn>
                                        <p:tgtEl>
                                          <p:spTgt spid="51"/>
                                        </p:tgtEl>
                                        <p:attrNameLst>
                                          <p:attrName>style.visibility</p:attrName>
                                        </p:attrNameLst>
                                      </p:cBhvr>
                                      <p:to>
                                        <p:strVal val="visible"/>
                                      </p:to>
                                    </p:set>
                                    <p:animEffect filter="fade" transition="in">
                                      <p:cBhvr>
                                        <p:cTn dur="450"/>
                                        <p:tgtEl>
                                          <p:spTgt spid="51"/>
                                        </p:tgtEl>
                                      </p:cBhvr>
                                    </p:animEffect>
                                  </p:childTnLst>
                                </p:cTn>
                              </p:par>
                              <p:par>
                                <p:cTn fill="hold" nodeType="withEffect" presetClass="entr" presetID="10" presetSubtype="0">
                                  <p:stCondLst>
                                    <p:cond delay="1900"/>
                                  </p:stCondLst>
                                  <p:childTnLst>
                                    <p:set>
                                      <p:cBhvr>
                                        <p:cTn dur="1" fill="hold">
                                          <p:stCondLst>
                                            <p:cond delay="0"/>
                                          </p:stCondLst>
                                        </p:cTn>
                                        <p:tgtEl>
                                          <p:spTgt spid="52"/>
                                        </p:tgtEl>
                                        <p:attrNameLst>
                                          <p:attrName>style.visibility</p:attrName>
                                        </p:attrNameLst>
                                      </p:cBhvr>
                                      <p:to>
                                        <p:strVal val="visible"/>
                                      </p:to>
                                    </p:set>
                                    <p:animEffect filter="fade" transition="in">
                                      <p:cBhvr>
                                        <p:cTn dur="450"/>
                                        <p:tgtEl>
                                          <p:spTgt spid="52"/>
                                        </p:tgtEl>
                                      </p:cBhvr>
                                    </p:animEffect>
                                  </p:childTnLst>
                                </p:cTn>
                              </p:par>
                              <p:par>
                                <p:cTn fill="hold" nodeType="withEffect" presetClass="entr" presetID="10" presetSubtype="0">
                                  <p:stCondLst>
                                    <p:cond delay="1950"/>
                                  </p:stCondLst>
                                  <p:childTnLst>
                                    <p:set>
                                      <p:cBhvr>
                                        <p:cTn dur="1" fill="hold">
                                          <p:stCondLst>
                                            <p:cond delay="0"/>
                                          </p:stCondLst>
                                        </p:cTn>
                                        <p:tgtEl>
                                          <p:spTgt spid="53"/>
                                        </p:tgtEl>
                                        <p:attrNameLst>
                                          <p:attrName>style.visibility</p:attrName>
                                        </p:attrNameLst>
                                      </p:cBhvr>
                                      <p:to>
                                        <p:strVal val="visible"/>
                                      </p:to>
                                    </p:set>
                                    <p:animEffect filter="fade" transition="in">
                                      <p:cBhvr>
                                        <p:cTn dur="450"/>
                                        <p:tgtEl>
                                          <p:spTgt spid="53"/>
                                        </p:tgtEl>
                                      </p:cBhvr>
                                    </p:animEffect>
                                  </p:childTnLst>
                                </p:cTn>
                              </p:par>
                              <p:par>
                                <p:cTn fill="hold" nodeType="withEffect" presetClass="entr" presetID="10" presetSubtype="0">
                                  <p:stCondLst>
                                    <p:cond delay="2000"/>
                                  </p:stCondLst>
                                  <p:childTnLst>
                                    <p:set>
                                      <p:cBhvr>
                                        <p:cTn dur="1" fill="hold">
                                          <p:stCondLst>
                                            <p:cond delay="0"/>
                                          </p:stCondLst>
                                        </p:cTn>
                                        <p:tgtEl>
                                          <p:spTgt spid="54"/>
                                        </p:tgtEl>
                                        <p:attrNameLst>
                                          <p:attrName>style.visibility</p:attrName>
                                        </p:attrNameLst>
                                      </p:cBhvr>
                                      <p:to>
                                        <p:strVal val="visible"/>
                                      </p:to>
                                    </p:set>
                                    <p:animEffect filter="fade" transition="in">
                                      <p:cBhvr>
                                        <p:cTn dur="450"/>
                                        <p:tgtEl>
                                          <p:spTgt spid="54"/>
                                        </p:tgtEl>
                                      </p:cBhvr>
                                    </p:animEffect>
                                  </p:childTnLst>
                                </p:cTn>
                              </p:par>
                              <p:par>
                                <p:cTn fill="hold" nodeType="withEffect" presetClass="entr" presetID="10" presetSubtype="0">
                                  <p:stCondLst>
                                    <p:cond delay="220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6"/>
          <p:cNvSpPr txBox="1"/>
          <p:nvPr>
            <p:ph type="title"/>
          </p:nvPr>
        </p:nvSpPr>
        <p:spPr>
          <a:xfrm>
            <a:off x="548640" y="320040"/>
            <a:ext cx="11091672"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The Problem &amp; Who Faces It</a:t>
            </a:r>
            <a:endParaRPr sz="3600"/>
          </a:p>
        </p:txBody>
      </p:sp>
      <p:sp>
        <p:nvSpPr>
          <p:cNvPr id="62" name="Google Shape;62;p6">
            <a:hlinkClick action="ppaction://hlinksldjump" r:id="rId3"/>
          </p:cNvPr>
          <p:cNvSpPr/>
          <p:nvPr/>
        </p:nvSpPr>
        <p:spPr>
          <a:xfrm>
            <a:off x="434340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4"/>
              </a:rPr>
              <a:t>1</a:t>
            </a:r>
            <a:endParaRPr b="0" i="0" sz="1000" u="none" cap="none" strike="noStrike">
              <a:solidFill>
                <a:schemeClr val="dk1"/>
              </a:solidFill>
              <a:latin typeface="Calibri"/>
              <a:ea typeface="Calibri"/>
              <a:cs typeface="Calibri"/>
              <a:sym typeface="Calibri"/>
            </a:endParaRPr>
          </a:p>
        </p:txBody>
      </p:sp>
      <p:sp>
        <p:nvSpPr>
          <p:cNvPr id="63" name="Google Shape;63;p6">
            <a:hlinkClick action="ppaction://hlinksldjump" r:id="rId5"/>
          </p:cNvPr>
          <p:cNvSpPr/>
          <p:nvPr/>
        </p:nvSpPr>
        <p:spPr>
          <a:xfrm>
            <a:off x="4690872" y="6419088"/>
            <a:ext cx="274320" cy="27432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6"/>
              </a:rPr>
              <a:t>2</a:t>
            </a:r>
            <a:endParaRPr b="0" i="0" sz="1000" u="none" cap="none" strike="noStrike">
              <a:solidFill>
                <a:schemeClr val="dk1"/>
              </a:solidFill>
              <a:latin typeface="Calibri"/>
              <a:ea typeface="Calibri"/>
              <a:cs typeface="Calibri"/>
              <a:sym typeface="Calibri"/>
            </a:endParaRPr>
          </a:p>
        </p:txBody>
      </p:sp>
      <p:sp>
        <p:nvSpPr>
          <p:cNvPr id="64" name="Google Shape;64;p6">
            <a:hlinkClick action="ppaction://hlinksldjump" r:id="rId7"/>
          </p:cNvPr>
          <p:cNvSpPr/>
          <p:nvPr/>
        </p:nvSpPr>
        <p:spPr>
          <a:xfrm>
            <a:off x="503834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8"/>
              </a:rPr>
              <a:t>3</a:t>
            </a:r>
            <a:endParaRPr b="0" i="0" sz="1000" u="none" cap="none" strike="noStrike">
              <a:solidFill>
                <a:schemeClr val="dk1"/>
              </a:solidFill>
              <a:latin typeface="Calibri"/>
              <a:ea typeface="Calibri"/>
              <a:cs typeface="Calibri"/>
              <a:sym typeface="Calibri"/>
            </a:endParaRPr>
          </a:p>
        </p:txBody>
      </p:sp>
      <p:sp>
        <p:nvSpPr>
          <p:cNvPr id="65" name="Google Shape;65;p6">
            <a:hlinkClick action="ppaction://hlinksldjump" r:id="rId9"/>
          </p:cNvPr>
          <p:cNvSpPr/>
          <p:nvPr/>
        </p:nvSpPr>
        <p:spPr>
          <a:xfrm>
            <a:off x="538581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0"/>
              </a:rPr>
              <a:t>4</a:t>
            </a:r>
            <a:endParaRPr b="0" i="0" sz="1000" u="none" cap="none" strike="noStrike">
              <a:solidFill>
                <a:schemeClr val="dk1"/>
              </a:solidFill>
              <a:latin typeface="Calibri"/>
              <a:ea typeface="Calibri"/>
              <a:cs typeface="Calibri"/>
              <a:sym typeface="Calibri"/>
            </a:endParaRPr>
          </a:p>
        </p:txBody>
      </p:sp>
      <p:sp>
        <p:nvSpPr>
          <p:cNvPr id="66" name="Google Shape;66;p6">
            <a:hlinkClick action="ppaction://hlinksldjump" r:id="rId11"/>
          </p:cNvPr>
          <p:cNvSpPr/>
          <p:nvPr/>
        </p:nvSpPr>
        <p:spPr>
          <a:xfrm>
            <a:off x="573328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2"/>
              </a:rPr>
              <a:t>5</a:t>
            </a:r>
            <a:endParaRPr b="0" i="0" sz="1000" u="none" cap="none" strike="noStrike">
              <a:solidFill>
                <a:schemeClr val="dk1"/>
              </a:solidFill>
              <a:latin typeface="Calibri"/>
              <a:ea typeface="Calibri"/>
              <a:cs typeface="Calibri"/>
              <a:sym typeface="Calibri"/>
            </a:endParaRPr>
          </a:p>
        </p:txBody>
      </p:sp>
      <p:sp>
        <p:nvSpPr>
          <p:cNvPr id="67" name="Google Shape;67;p6">
            <a:hlinkClick action="ppaction://hlinksldjump" r:id="rId13"/>
          </p:cNvPr>
          <p:cNvSpPr/>
          <p:nvPr/>
        </p:nvSpPr>
        <p:spPr>
          <a:xfrm>
            <a:off x="608076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4"/>
              </a:rPr>
              <a:t>6</a:t>
            </a:r>
            <a:endParaRPr b="0" i="0" sz="1000" u="none" cap="none" strike="noStrike">
              <a:solidFill>
                <a:schemeClr val="dk1"/>
              </a:solidFill>
              <a:latin typeface="Calibri"/>
              <a:ea typeface="Calibri"/>
              <a:cs typeface="Calibri"/>
              <a:sym typeface="Calibri"/>
            </a:endParaRPr>
          </a:p>
        </p:txBody>
      </p:sp>
      <p:sp>
        <p:nvSpPr>
          <p:cNvPr id="68" name="Google Shape;68;p6">
            <a:hlinkClick action="ppaction://hlinksldjump" r:id="rId15"/>
          </p:cNvPr>
          <p:cNvSpPr/>
          <p:nvPr/>
        </p:nvSpPr>
        <p:spPr>
          <a:xfrm>
            <a:off x="642823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6"/>
              </a:rPr>
              <a:t>7</a:t>
            </a:r>
            <a:endParaRPr b="0" i="0" sz="1000" u="none" cap="none" strike="noStrike">
              <a:solidFill>
                <a:schemeClr val="dk1"/>
              </a:solidFill>
              <a:latin typeface="Calibri"/>
              <a:ea typeface="Calibri"/>
              <a:cs typeface="Calibri"/>
              <a:sym typeface="Calibri"/>
            </a:endParaRPr>
          </a:p>
        </p:txBody>
      </p:sp>
      <p:sp>
        <p:nvSpPr>
          <p:cNvPr id="69" name="Google Shape;69;p6">
            <a:hlinkClick action="ppaction://hlinksldjump" r:id="rId17"/>
          </p:cNvPr>
          <p:cNvSpPr/>
          <p:nvPr/>
        </p:nvSpPr>
        <p:spPr>
          <a:xfrm>
            <a:off x="677570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8"/>
              </a:rPr>
              <a:t>8</a:t>
            </a:r>
            <a:endParaRPr b="0" i="0" sz="1000" u="none" cap="none" strike="noStrike">
              <a:solidFill>
                <a:schemeClr val="dk1"/>
              </a:solidFill>
              <a:latin typeface="Calibri"/>
              <a:ea typeface="Calibri"/>
              <a:cs typeface="Calibri"/>
              <a:sym typeface="Calibri"/>
            </a:endParaRPr>
          </a:p>
        </p:txBody>
      </p:sp>
      <p:sp>
        <p:nvSpPr>
          <p:cNvPr id="70" name="Google Shape;70;p6">
            <a:hlinkClick action="ppaction://hlinksldjump" r:id="rId19"/>
          </p:cNvPr>
          <p:cNvSpPr/>
          <p:nvPr/>
        </p:nvSpPr>
        <p:spPr>
          <a:xfrm>
            <a:off x="712317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0"/>
              </a:rPr>
              <a:t>9</a:t>
            </a:r>
            <a:endParaRPr b="0" i="0" sz="1000" u="none" cap="none" strike="noStrike">
              <a:solidFill>
                <a:schemeClr val="dk1"/>
              </a:solidFill>
              <a:latin typeface="Calibri"/>
              <a:ea typeface="Calibri"/>
              <a:cs typeface="Calibri"/>
              <a:sym typeface="Calibri"/>
            </a:endParaRPr>
          </a:p>
        </p:txBody>
      </p:sp>
      <p:sp>
        <p:nvSpPr>
          <p:cNvPr id="71" name="Google Shape;71;p6">
            <a:hlinkClick action="ppaction://hlinksldjump" r:id="rId21"/>
          </p:cNvPr>
          <p:cNvSpPr/>
          <p:nvPr/>
        </p:nvSpPr>
        <p:spPr>
          <a:xfrm>
            <a:off x="747064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2"/>
              </a:rPr>
              <a:t>10</a:t>
            </a:r>
            <a:endParaRPr b="0" i="0" sz="1000" u="none" cap="none" strike="noStrike">
              <a:solidFill>
                <a:schemeClr val="dk1"/>
              </a:solidFill>
              <a:latin typeface="Calibri"/>
              <a:ea typeface="Calibri"/>
              <a:cs typeface="Calibri"/>
              <a:sym typeface="Calibri"/>
            </a:endParaRPr>
          </a:p>
        </p:txBody>
      </p:sp>
      <p:sp>
        <p:nvSpPr>
          <p:cNvPr id="72" name="Google Shape;72;p6"/>
          <p:cNvSpPr txBox="1"/>
          <p:nvPr/>
        </p:nvSpPr>
        <p:spPr>
          <a:xfrm>
            <a:off x="548640" y="1371600"/>
            <a:ext cx="56692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2000"/>
              <a:buFont typeface="Calibri"/>
              <a:buNone/>
            </a:pPr>
            <a:r>
              <a:rPr b="1" i="0" lang="en-US" sz="2000" u="none" cap="none" strike="noStrike">
                <a:solidFill>
                  <a:schemeClr val="accent3"/>
                </a:solidFill>
                <a:latin typeface="Calibri"/>
                <a:ea typeface="Calibri"/>
                <a:cs typeface="Calibri"/>
                <a:sym typeface="Calibri"/>
              </a:rPr>
              <a:t>The problem</a:t>
            </a:r>
            <a:endParaRPr b="0" i="0" sz="2000" u="none" cap="none" strike="noStrike">
              <a:solidFill>
                <a:schemeClr val="dk1"/>
              </a:solidFill>
              <a:latin typeface="Calibri"/>
              <a:ea typeface="Calibri"/>
              <a:cs typeface="Calibri"/>
              <a:sym typeface="Calibri"/>
            </a:endParaRPr>
          </a:p>
        </p:txBody>
      </p:sp>
      <p:sp>
        <p:nvSpPr>
          <p:cNvPr id="73" name="Google Shape;73;p6"/>
          <p:cNvSpPr txBox="1"/>
          <p:nvPr/>
        </p:nvSpPr>
        <p:spPr>
          <a:xfrm>
            <a:off x="548640" y="1828800"/>
            <a:ext cx="566928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0" i="0" lang="en-US" sz="1600" u="none" cap="none" strike="noStrike">
                <a:solidFill>
                  <a:schemeClr val="dk1"/>
                </a:solidFill>
                <a:latin typeface="Calibri"/>
                <a:ea typeface="Calibri"/>
                <a:cs typeface="Calibri"/>
                <a:sym typeface="Calibri"/>
              </a:rPr>
              <a:t>In many Indian college classrooms, teachers explain in Hinglish, switching between Hindi and English in the same sentence. Students must listen, understand and write at once, and a live lecture can't be rewound. Note-taking takes more mental effort in a second language. Miss one line and the next few make less sense, and a 50-minute recording is too long to revise from. Most speech-to-text tools are built for clean English or pure Hindi, not this mix.</a:t>
            </a:r>
            <a:endParaRPr b="0" i="0" sz="1600" u="none" cap="none" strike="noStrike">
              <a:solidFill>
                <a:schemeClr val="dk1"/>
              </a:solidFill>
              <a:latin typeface="Calibri"/>
              <a:ea typeface="Calibri"/>
              <a:cs typeface="Calibri"/>
              <a:sym typeface="Calibri"/>
            </a:endParaRPr>
          </a:p>
        </p:txBody>
      </p:sp>
      <p:sp>
        <p:nvSpPr>
          <p:cNvPr id="74" name="Google Shape;74;p6"/>
          <p:cNvSpPr/>
          <p:nvPr/>
        </p:nvSpPr>
        <p:spPr>
          <a:xfrm>
            <a:off x="548640" y="4206240"/>
            <a:ext cx="5669280" cy="1920240"/>
          </a:xfrm>
          <a:prstGeom prst="roundRect">
            <a:avLst>
              <a:gd fmla="val 6667"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txBox="1"/>
          <p:nvPr/>
        </p:nvSpPr>
        <p:spPr>
          <a:xfrm>
            <a:off x="777240" y="4370832"/>
            <a:ext cx="52120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i="0" lang="en-US" sz="1100" u="none" cap="none" strike="noStrike">
                <a:solidFill>
                  <a:schemeClr val="accent2"/>
                </a:solidFill>
                <a:latin typeface="Calibri"/>
                <a:ea typeface="Calibri"/>
                <a:cs typeface="Calibri"/>
                <a:sym typeface="Calibri"/>
              </a:rPr>
              <a:t>A TYPICAL CLASSROOM SENTENCE</a:t>
            </a:r>
            <a:endParaRPr b="0" i="0" sz="1100" u="none" cap="none" strike="noStrike">
              <a:solidFill>
                <a:schemeClr val="dk1"/>
              </a:solidFill>
              <a:latin typeface="Calibri"/>
              <a:ea typeface="Calibri"/>
              <a:cs typeface="Calibri"/>
              <a:sym typeface="Calibri"/>
            </a:endParaRPr>
          </a:p>
        </p:txBody>
      </p:sp>
      <p:sp>
        <p:nvSpPr>
          <p:cNvPr id="76" name="Google Shape;76;p6"/>
          <p:cNvSpPr txBox="1"/>
          <p:nvPr/>
        </p:nvSpPr>
        <p:spPr>
          <a:xfrm>
            <a:off x="777240" y="4681728"/>
            <a:ext cx="521208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2000"/>
              <a:buFont typeface="Calibri"/>
              <a:buNone/>
            </a:pPr>
            <a:r>
              <a:rPr b="0" i="0" lang="en-US" sz="2000" u="none" cap="none" strike="noStrike">
                <a:solidFill>
                  <a:schemeClr val="accent1"/>
                </a:solidFill>
                <a:latin typeface="Calibri"/>
                <a:ea typeface="Calibri"/>
                <a:cs typeface="Calibri"/>
                <a:sym typeface="Calibri"/>
              </a:rPr>
              <a:t>Toh yahan pe </a:t>
            </a:r>
            <a:r>
              <a:rPr b="0" i="0" lang="en-US" sz="2000" u="none" cap="none" strike="noStrike">
                <a:solidFill>
                  <a:schemeClr val="accent2"/>
                </a:solidFill>
                <a:latin typeface="Calibri"/>
                <a:ea typeface="Calibri"/>
                <a:cs typeface="Calibri"/>
                <a:sym typeface="Calibri"/>
              </a:rPr>
              <a:t>pointer </a:t>
            </a:r>
            <a:r>
              <a:rPr b="0" i="0" lang="en-US" sz="2000" u="none" cap="none" strike="noStrike">
                <a:solidFill>
                  <a:schemeClr val="accent1"/>
                </a:solidFill>
                <a:latin typeface="Calibri"/>
                <a:ea typeface="Calibri"/>
                <a:cs typeface="Calibri"/>
                <a:sym typeface="Calibri"/>
              </a:rPr>
              <a:t>ko </a:t>
            </a:r>
            <a:r>
              <a:rPr b="0" i="0" lang="en-US" sz="2000" u="none" cap="none" strike="noStrike">
                <a:solidFill>
                  <a:schemeClr val="accent2"/>
                </a:solidFill>
                <a:latin typeface="Calibri"/>
                <a:ea typeface="Calibri"/>
                <a:cs typeface="Calibri"/>
                <a:sym typeface="Calibri"/>
              </a:rPr>
              <a:t>dereference </a:t>
            </a:r>
            <a:r>
              <a:rPr b="0" i="0" lang="en-US" sz="2000" u="none" cap="none" strike="noStrike">
                <a:solidFill>
                  <a:schemeClr val="accent1"/>
                </a:solidFill>
                <a:latin typeface="Calibri"/>
                <a:ea typeface="Calibri"/>
                <a:cs typeface="Calibri"/>
                <a:sym typeface="Calibri"/>
              </a:rPr>
              <a:t>karenge, matlab </a:t>
            </a:r>
            <a:r>
              <a:rPr b="0" i="0" lang="en-US" sz="2000" u="none" cap="none" strike="noStrike">
                <a:solidFill>
                  <a:schemeClr val="accent2"/>
                </a:solidFill>
                <a:latin typeface="Calibri"/>
                <a:ea typeface="Calibri"/>
                <a:cs typeface="Calibri"/>
                <a:sym typeface="Calibri"/>
              </a:rPr>
              <a:t>address </a:t>
            </a:r>
            <a:r>
              <a:rPr b="0" i="0" lang="en-US" sz="2000" u="none" cap="none" strike="noStrike">
                <a:solidFill>
                  <a:schemeClr val="accent1"/>
                </a:solidFill>
                <a:latin typeface="Calibri"/>
                <a:ea typeface="Calibri"/>
                <a:cs typeface="Calibri"/>
                <a:sym typeface="Calibri"/>
              </a:rPr>
              <a:t>pe jo </a:t>
            </a:r>
            <a:r>
              <a:rPr b="0" i="0" lang="en-US" sz="2000" u="none" cap="none" strike="noStrike">
                <a:solidFill>
                  <a:schemeClr val="accent2"/>
                </a:solidFill>
                <a:latin typeface="Calibri"/>
                <a:ea typeface="Calibri"/>
                <a:cs typeface="Calibri"/>
                <a:sym typeface="Calibri"/>
              </a:rPr>
              <a:t>value </a:t>
            </a:r>
            <a:r>
              <a:rPr b="0" i="0" lang="en-US" sz="2000" u="none" cap="none" strike="noStrike">
                <a:solidFill>
                  <a:schemeClr val="accent1"/>
                </a:solidFill>
                <a:latin typeface="Calibri"/>
                <a:ea typeface="Calibri"/>
                <a:cs typeface="Calibri"/>
                <a:sym typeface="Calibri"/>
              </a:rPr>
              <a:t>hai woh mil jayegi.</a:t>
            </a:r>
            <a:endParaRPr b="0" i="0" sz="2000" u="none" cap="none" strike="noStrike">
              <a:solidFill>
                <a:schemeClr val="dk1"/>
              </a:solidFill>
              <a:latin typeface="Calibri"/>
              <a:ea typeface="Calibri"/>
              <a:cs typeface="Calibri"/>
              <a:sym typeface="Calibri"/>
            </a:endParaRPr>
          </a:p>
        </p:txBody>
      </p:sp>
      <p:sp>
        <p:nvSpPr>
          <p:cNvPr id="77" name="Google Shape;77;p6"/>
          <p:cNvSpPr txBox="1"/>
          <p:nvPr/>
        </p:nvSpPr>
        <p:spPr>
          <a:xfrm>
            <a:off x="777240" y="5687568"/>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0" i="0" lang="en-US" sz="1200" u="none" cap="none" strike="noStrike">
                <a:solidFill>
                  <a:schemeClr val="accent1"/>
                </a:solidFill>
                <a:latin typeface="Calibri"/>
                <a:ea typeface="Calibri"/>
                <a:cs typeface="Calibri"/>
                <a:sym typeface="Calibri"/>
              </a:rPr>
              <a:t>● Hindi    </a:t>
            </a:r>
            <a:r>
              <a:rPr b="0" i="0" lang="en-US" sz="1200" u="none" cap="none" strike="noStrike">
                <a:solidFill>
                  <a:schemeClr val="accent2"/>
                </a:solidFill>
                <a:latin typeface="Calibri"/>
                <a:ea typeface="Calibri"/>
                <a:cs typeface="Calibri"/>
                <a:sym typeface="Calibri"/>
              </a:rPr>
              <a:t>● English</a:t>
            </a:r>
            <a:endParaRPr b="0" i="0" sz="1200" u="none" cap="none" strike="noStrike">
              <a:solidFill>
                <a:schemeClr val="dk1"/>
              </a:solidFill>
              <a:latin typeface="Calibri"/>
              <a:ea typeface="Calibri"/>
              <a:cs typeface="Calibri"/>
              <a:sym typeface="Calibri"/>
            </a:endParaRPr>
          </a:p>
        </p:txBody>
      </p:sp>
      <p:sp>
        <p:nvSpPr>
          <p:cNvPr id="78" name="Google Shape;78;p6"/>
          <p:cNvSpPr txBox="1"/>
          <p:nvPr/>
        </p:nvSpPr>
        <p:spPr>
          <a:xfrm>
            <a:off x="6766560" y="1371600"/>
            <a:ext cx="48463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2000"/>
              <a:buFont typeface="Calibri"/>
              <a:buNone/>
            </a:pPr>
            <a:r>
              <a:rPr b="1" i="0" lang="en-US" sz="2000" u="none" cap="none" strike="noStrike">
                <a:solidFill>
                  <a:schemeClr val="accent3"/>
                </a:solidFill>
                <a:latin typeface="Calibri"/>
                <a:ea typeface="Calibri"/>
                <a:cs typeface="Calibri"/>
                <a:sym typeface="Calibri"/>
              </a:rPr>
              <a:t>Who faces it</a:t>
            </a:r>
            <a:endParaRPr b="0" i="0" sz="2000" u="none" cap="none" strike="noStrike">
              <a:solidFill>
                <a:schemeClr val="dk1"/>
              </a:solidFill>
              <a:latin typeface="Calibri"/>
              <a:ea typeface="Calibri"/>
              <a:cs typeface="Calibri"/>
              <a:sym typeface="Calibri"/>
            </a:endParaRPr>
          </a:p>
        </p:txBody>
      </p:sp>
      <p:sp>
        <p:nvSpPr>
          <p:cNvPr id="79" name="Google Shape;79;p6"/>
          <p:cNvSpPr/>
          <p:nvPr/>
        </p:nvSpPr>
        <p:spPr>
          <a:xfrm>
            <a:off x="6766560" y="187452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con" id="80" name="Google Shape;80;p6"/>
          <p:cNvPicPr preferRelativeResize="0"/>
          <p:nvPr/>
        </p:nvPicPr>
        <p:blipFill rotWithShape="1">
          <a:blip r:embed="rId23">
            <a:alphaModFix/>
          </a:blip>
          <a:srcRect b="0" l="0" r="0" t="0"/>
          <a:stretch/>
        </p:blipFill>
        <p:spPr>
          <a:xfrm>
            <a:off x="6892290" y="2000250"/>
            <a:ext cx="251460" cy="251460"/>
          </a:xfrm>
          <a:prstGeom prst="rect">
            <a:avLst/>
          </a:prstGeom>
          <a:noFill/>
          <a:ln>
            <a:noFill/>
          </a:ln>
        </p:spPr>
      </p:pic>
      <p:sp>
        <p:nvSpPr>
          <p:cNvPr id="81" name="Google Shape;81;p6"/>
          <p:cNvSpPr txBox="1"/>
          <p:nvPr/>
        </p:nvSpPr>
        <p:spPr>
          <a:xfrm>
            <a:off x="7498080" y="1874520"/>
            <a:ext cx="414223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Students in Hinglish classes</a:t>
            </a:r>
            <a:endParaRPr b="0" i="0" sz="1600" u="none" cap="none" strike="noStrike">
              <a:solidFill>
                <a:schemeClr val="dk1"/>
              </a:solidFill>
              <a:latin typeface="Calibri"/>
              <a:ea typeface="Calibri"/>
              <a:cs typeface="Calibri"/>
              <a:sym typeface="Calibri"/>
            </a:endParaRPr>
          </a:p>
        </p:txBody>
      </p:sp>
      <p:sp>
        <p:nvSpPr>
          <p:cNvPr id="82" name="Google Shape;82;p6"/>
          <p:cNvSpPr txBox="1"/>
          <p:nvPr/>
        </p:nvSpPr>
        <p:spPr>
          <a:xfrm>
            <a:off x="7498080" y="2167128"/>
            <a:ext cx="4142232"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Anyone trying to listen and write at once.</a:t>
            </a:r>
            <a:endParaRPr b="0" i="0" sz="1400" u="none" cap="none" strike="noStrike">
              <a:solidFill>
                <a:schemeClr val="dk1"/>
              </a:solidFill>
              <a:latin typeface="Calibri"/>
              <a:ea typeface="Calibri"/>
              <a:cs typeface="Calibri"/>
              <a:sym typeface="Calibri"/>
            </a:endParaRPr>
          </a:p>
        </p:txBody>
      </p:sp>
      <p:sp>
        <p:nvSpPr>
          <p:cNvPr id="83" name="Google Shape;83;p6"/>
          <p:cNvSpPr/>
          <p:nvPr/>
        </p:nvSpPr>
        <p:spPr>
          <a:xfrm>
            <a:off x="6766560" y="2715768"/>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Clock icon" id="84" name="Google Shape;84;p6"/>
          <p:cNvPicPr preferRelativeResize="0"/>
          <p:nvPr/>
        </p:nvPicPr>
        <p:blipFill rotWithShape="1">
          <a:blip r:embed="rId24">
            <a:alphaModFix/>
          </a:blip>
          <a:srcRect b="0" l="0" r="0" t="0"/>
          <a:stretch/>
        </p:blipFill>
        <p:spPr>
          <a:xfrm>
            <a:off x="6892290" y="2841498"/>
            <a:ext cx="251460" cy="251460"/>
          </a:xfrm>
          <a:prstGeom prst="rect">
            <a:avLst/>
          </a:prstGeom>
          <a:noFill/>
          <a:ln>
            <a:noFill/>
          </a:ln>
        </p:spPr>
      </p:pic>
      <p:sp>
        <p:nvSpPr>
          <p:cNvPr id="85" name="Google Shape;85;p6"/>
          <p:cNvSpPr txBox="1"/>
          <p:nvPr/>
        </p:nvSpPr>
        <p:spPr>
          <a:xfrm>
            <a:off x="7498080" y="2715768"/>
            <a:ext cx="414223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Students who miss a lecture</a:t>
            </a:r>
            <a:endParaRPr b="0" i="0" sz="1600" u="none" cap="none" strike="noStrike">
              <a:solidFill>
                <a:schemeClr val="dk1"/>
              </a:solidFill>
              <a:latin typeface="Calibri"/>
              <a:ea typeface="Calibri"/>
              <a:cs typeface="Calibri"/>
              <a:sym typeface="Calibri"/>
            </a:endParaRPr>
          </a:p>
        </p:txBody>
      </p:sp>
      <p:sp>
        <p:nvSpPr>
          <p:cNvPr id="86" name="Google Shape;86;p6"/>
          <p:cNvSpPr txBox="1"/>
          <p:nvPr/>
        </p:nvSpPr>
        <p:spPr>
          <a:xfrm>
            <a:off x="7498080" y="3008376"/>
            <a:ext cx="4142232"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Illness, clashes, travel: no good way to catch up.</a:t>
            </a:r>
            <a:endParaRPr b="0" i="0" sz="1400" u="none" cap="none" strike="noStrike">
              <a:solidFill>
                <a:schemeClr val="dk1"/>
              </a:solidFill>
              <a:latin typeface="Calibri"/>
              <a:ea typeface="Calibri"/>
              <a:cs typeface="Calibri"/>
              <a:sym typeface="Calibri"/>
            </a:endParaRPr>
          </a:p>
        </p:txBody>
      </p:sp>
      <p:sp>
        <p:nvSpPr>
          <p:cNvPr id="87" name="Google Shape;87;p6"/>
          <p:cNvSpPr/>
          <p:nvPr/>
        </p:nvSpPr>
        <p:spPr>
          <a:xfrm>
            <a:off x="6766560" y="3557016"/>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Graduate icon" id="88" name="Google Shape;88;p6"/>
          <p:cNvPicPr preferRelativeResize="0"/>
          <p:nvPr/>
        </p:nvPicPr>
        <p:blipFill rotWithShape="1">
          <a:blip r:embed="rId25">
            <a:alphaModFix/>
          </a:blip>
          <a:srcRect b="0" l="0" r="0" t="0"/>
          <a:stretch/>
        </p:blipFill>
        <p:spPr>
          <a:xfrm>
            <a:off x="6892290" y="3682746"/>
            <a:ext cx="251460" cy="251460"/>
          </a:xfrm>
          <a:prstGeom prst="rect">
            <a:avLst/>
          </a:prstGeom>
          <a:noFill/>
          <a:ln>
            <a:noFill/>
          </a:ln>
        </p:spPr>
      </p:pic>
      <p:sp>
        <p:nvSpPr>
          <p:cNvPr id="89" name="Google Shape;89;p6"/>
          <p:cNvSpPr txBox="1"/>
          <p:nvPr/>
        </p:nvSpPr>
        <p:spPr>
          <a:xfrm>
            <a:off x="7498080" y="3557016"/>
            <a:ext cx="414223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First-years and new learners</a:t>
            </a:r>
            <a:endParaRPr b="0" i="0" sz="1600" u="none" cap="none" strike="noStrike">
              <a:solidFill>
                <a:schemeClr val="dk1"/>
              </a:solidFill>
              <a:latin typeface="Calibri"/>
              <a:ea typeface="Calibri"/>
              <a:cs typeface="Calibri"/>
              <a:sym typeface="Calibri"/>
            </a:endParaRPr>
          </a:p>
        </p:txBody>
      </p:sp>
      <p:sp>
        <p:nvSpPr>
          <p:cNvPr id="90" name="Google Shape;90;p6"/>
          <p:cNvSpPr txBox="1"/>
          <p:nvPr/>
        </p:nvSpPr>
        <p:spPr>
          <a:xfrm>
            <a:off x="7498080" y="3849624"/>
            <a:ext cx="4142232"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Fast speech plus new jargon is a tough mix.</a:t>
            </a:r>
            <a:endParaRPr b="0" i="0" sz="1400" u="none" cap="none" strike="noStrike">
              <a:solidFill>
                <a:schemeClr val="dk1"/>
              </a:solidFill>
              <a:latin typeface="Calibri"/>
              <a:ea typeface="Calibri"/>
              <a:cs typeface="Calibri"/>
              <a:sym typeface="Calibri"/>
            </a:endParaRPr>
          </a:p>
        </p:txBody>
      </p:sp>
      <p:sp>
        <p:nvSpPr>
          <p:cNvPr id="91" name="Google Shape;91;p6"/>
          <p:cNvSpPr/>
          <p:nvPr/>
        </p:nvSpPr>
        <p:spPr>
          <a:xfrm>
            <a:off x="6766560" y="4398264"/>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versalAccess icon" id="92" name="Google Shape;92;p6"/>
          <p:cNvPicPr preferRelativeResize="0"/>
          <p:nvPr/>
        </p:nvPicPr>
        <p:blipFill rotWithShape="1">
          <a:blip r:embed="rId26">
            <a:alphaModFix/>
          </a:blip>
          <a:srcRect b="0" l="0" r="0" t="0"/>
          <a:stretch/>
        </p:blipFill>
        <p:spPr>
          <a:xfrm>
            <a:off x="6892290" y="4523994"/>
            <a:ext cx="251460" cy="251460"/>
          </a:xfrm>
          <a:prstGeom prst="rect">
            <a:avLst/>
          </a:prstGeom>
          <a:noFill/>
          <a:ln>
            <a:noFill/>
          </a:ln>
        </p:spPr>
      </p:pic>
      <p:sp>
        <p:nvSpPr>
          <p:cNvPr id="93" name="Google Shape;93;p6"/>
          <p:cNvSpPr txBox="1"/>
          <p:nvPr/>
        </p:nvSpPr>
        <p:spPr>
          <a:xfrm>
            <a:off x="7498080" y="4398264"/>
            <a:ext cx="414223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Students who need extra support</a:t>
            </a:r>
            <a:endParaRPr b="0" i="0" sz="1600" u="none" cap="none" strike="noStrike">
              <a:solidFill>
                <a:schemeClr val="dk1"/>
              </a:solidFill>
              <a:latin typeface="Calibri"/>
              <a:ea typeface="Calibri"/>
              <a:cs typeface="Calibri"/>
              <a:sym typeface="Calibri"/>
            </a:endParaRPr>
          </a:p>
        </p:txBody>
      </p:sp>
      <p:sp>
        <p:nvSpPr>
          <p:cNvPr id="94" name="Google Shape;94;p6"/>
          <p:cNvSpPr txBox="1"/>
          <p:nvPr/>
        </p:nvSpPr>
        <p:spPr>
          <a:xfrm>
            <a:off x="7498080" y="4690872"/>
            <a:ext cx="4142232"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Slow writers, hearing difficulty, ADHD or dyslexia.</a:t>
            </a:r>
            <a:endParaRPr b="0" i="0" sz="1400" u="none" cap="none" strike="noStrike">
              <a:solidFill>
                <a:schemeClr val="dk1"/>
              </a:solidFill>
              <a:latin typeface="Calibri"/>
              <a:ea typeface="Calibri"/>
              <a:cs typeface="Calibri"/>
              <a:sym typeface="Calibri"/>
            </a:endParaRPr>
          </a:p>
        </p:txBody>
      </p:sp>
      <p:sp>
        <p:nvSpPr>
          <p:cNvPr id="95" name="Google Shape;95;p6"/>
          <p:cNvSpPr/>
          <p:nvPr/>
        </p:nvSpPr>
        <p:spPr>
          <a:xfrm>
            <a:off x="6766560" y="5239512"/>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halkboardTeacher icon" id="96" name="Google Shape;96;p6"/>
          <p:cNvPicPr preferRelativeResize="0"/>
          <p:nvPr/>
        </p:nvPicPr>
        <p:blipFill rotWithShape="1">
          <a:blip r:embed="rId27">
            <a:alphaModFix/>
          </a:blip>
          <a:srcRect b="0" l="0" r="0" t="0"/>
          <a:stretch/>
        </p:blipFill>
        <p:spPr>
          <a:xfrm>
            <a:off x="6892290" y="5365242"/>
            <a:ext cx="251460" cy="251460"/>
          </a:xfrm>
          <a:prstGeom prst="rect">
            <a:avLst/>
          </a:prstGeom>
          <a:noFill/>
          <a:ln>
            <a:noFill/>
          </a:ln>
        </p:spPr>
      </p:pic>
      <p:sp>
        <p:nvSpPr>
          <p:cNvPr id="97" name="Google Shape;97;p6"/>
          <p:cNvSpPr txBox="1"/>
          <p:nvPr/>
        </p:nvSpPr>
        <p:spPr>
          <a:xfrm>
            <a:off x="7498080" y="5239512"/>
            <a:ext cx="4142232"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Teachers and coaching classes</a:t>
            </a:r>
            <a:endParaRPr b="0" i="0" sz="1600" u="none" cap="none" strike="noStrike">
              <a:solidFill>
                <a:schemeClr val="dk1"/>
              </a:solidFill>
              <a:latin typeface="Calibri"/>
              <a:ea typeface="Calibri"/>
              <a:cs typeface="Calibri"/>
              <a:sym typeface="Calibri"/>
            </a:endParaRPr>
          </a:p>
        </p:txBody>
      </p:sp>
      <p:sp>
        <p:nvSpPr>
          <p:cNvPr id="98" name="Google Shape;98;p6"/>
          <p:cNvSpPr txBox="1"/>
          <p:nvPr/>
        </p:nvSpPr>
        <p:spPr>
          <a:xfrm>
            <a:off x="7498080" y="5532120"/>
            <a:ext cx="4142232"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Could share clean notes without extra effort.</a:t>
            </a:r>
            <a:endParaRPr b="0" i="0" sz="1400" u="none" cap="none" strike="noStrike">
              <a:solidFill>
                <a:schemeClr val="dk1"/>
              </a:solidFill>
              <a:latin typeface="Calibri"/>
              <a:ea typeface="Calibri"/>
              <a:cs typeface="Calibri"/>
              <a:sym typeface="Calibri"/>
            </a:endParaRPr>
          </a:p>
        </p:txBody>
      </p:sp>
      <p:sp>
        <p:nvSpPr>
          <p:cNvPr id="99" name="Google Shape;99;p6"/>
          <p:cNvSpPr txBox="1"/>
          <p:nvPr>
            <p:ph idx="4294967295" type="sldNum"/>
          </p:nvPr>
        </p:nvSpPr>
        <p:spPr>
          <a:xfrm>
            <a:off x="11155680" y="6419088"/>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72"/>
                                        </p:tgtEl>
                                        <p:attrNameLst>
                                          <p:attrName>style.visibility</p:attrName>
                                        </p:attrNameLst>
                                      </p:cBhvr>
                                      <p:to>
                                        <p:strVal val="visible"/>
                                      </p:to>
                                    </p:set>
                                    <p:anim calcmode="lin" valueType="num">
                                      <p:cBhvr additive="base">
                                        <p:cTn dur="500"/>
                                        <p:tgtEl>
                                          <p:spTgt spid="7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73"/>
                                        </p:tgtEl>
                                        <p:attrNameLst>
                                          <p:attrName>style.visibility</p:attrName>
                                        </p:attrNameLst>
                                      </p:cBhvr>
                                      <p:to>
                                        <p:strVal val="visible"/>
                                      </p:to>
                                    </p:set>
                                    <p:anim calcmode="lin" valueType="num">
                                      <p:cBhvr additive="base">
                                        <p:cTn dur="500"/>
                                        <p:tgtEl>
                                          <p:spTgt spid="7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74"/>
                                        </p:tgtEl>
                                        <p:attrNameLst>
                                          <p:attrName>style.visibility</p:attrName>
                                        </p:attrNameLst>
                                      </p:cBhvr>
                                      <p:to>
                                        <p:strVal val="visible"/>
                                      </p:to>
                                    </p:set>
                                    <p:anim calcmode="lin" valueType="num">
                                      <p:cBhvr additive="base">
                                        <p:cTn dur="500"/>
                                        <p:tgtEl>
                                          <p:spTgt spid="7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75"/>
                                        </p:tgtEl>
                                        <p:attrNameLst>
                                          <p:attrName>style.visibility</p:attrName>
                                        </p:attrNameLst>
                                      </p:cBhvr>
                                      <p:to>
                                        <p:strVal val="visible"/>
                                      </p:to>
                                    </p:set>
                                    <p:anim calcmode="lin" valueType="num">
                                      <p:cBhvr additive="base">
                                        <p:cTn dur="500"/>
                                        <p:tgtEl>
                                          <p:spTgt spid="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76"/>
                                        </p:tgtEl>
                                        <p:attrNameLst>
                                          <p:attrName>style.visibility</p:attrName>
                                        </p:attrNameLst>
                                      </p:cBhvr>
                                      <p:to>
                                        <p:strVal val="visible"/>
                                      </p:to>
                                    </p:set>
                                    <p:anim calcmode="lin" valueType="num">
                                      <p:cBhvr additive="base">
                                        <p:cTn dur="500"/>
                                        <p:tgtEl>
                                          <p:spTgt spid="7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77"/>
                                        </p:tgtEl>
                                        <p:attrNameLst>
                                          <p:attrName>style.visibility</p:attrName>
                                        </p:attrNameLst>
                                      </p:cBhvr>
                                      <p:to>
                                        <p:strVal val="visible"/>
                                      </p:to>
                                    </p:set>
                                    <p:anim calcmode="lin" valueType="num">
                                      <p:cBhvr additive="base">
                                        <p:cTn dur="500"/>
                                        <p:tgtEl>
                                          <p:spTgt spid="7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78"/>
                                        </p:tgtEl>
                                        <p:attrNameLst>
                                          <p:attrName>style.visibility</p:attrName>
                                        </p:attrNameLst>
                                      </p:cBhvr>
                                      <p:to>
                                        <p:strVal val="visible"/>
                                      </p:to>
                                    </p:set>
                                    <p:anim calcmode="lin" valueType="num">
                                      <p:cBhvr additive="base">
                                        <p:cTn dur="500"/>
                                        <p:tgtEl>
                                          <p:spTgt spid="7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79"/>
                                        </p:tgtEl>
                                        <p:attrNameLst>
                                          <p:attrName>style.visibility</p:attrName>
                                        </p:attrNameLst>
                                      </p:cBhvr>
                                      <p:to>
                                        <p:strVal val="visible"/>
                                      </p:to>
                                    </p:set>
                                    <p:anim calcmode="lin" valueType="num">
                                      <p:cBhvr additive="base">
                                        <p:cTn dur="500"/>
                                        <p:tgtEl>
                                          <p:spTgt spid="7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80"/>
                                        </p:tgtEl>
                                        <p:attrNameLst>
                                          <p:attrName>style.visibility</p:attrName>
                                        </p:attrNameLst>
                                      </p:cBhvr>
                                      <p:to>
                                        <p:strVal val="visible"/>
                                      </p:to>
                                    </p:set>
                                    <p:anim calcmode="lin" valueType="num">
                                      <p:cBhvr additive="base">
                                        <p:cTn dur="500"/>
                                        <p:tgtEl>
                                          <p:spTgt spid="8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81"/>
                                        </p:tgtEl>
                                        <p:attrNameLst>
                                          <p:attrName>style.visibility</p:attrName>
                                        </p:attrNameLst>
                                      </p:cBhvr>
                                      <p:to>
                                        <p:strVal val="visible"/>
                                      </p:to>
                                    </p:set>
                                    <p:anim calcmode="lin" valueType="num">
                                      <p:cBhvr additive="base">
                                        <p:cTn dur="500"/>
                                        <p:tgtEl>
                                          <p:spTgt spid="8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82"/>
                                        </p:tgtEl>
                                        <p:attrNameLst>
                                          <p:attrName>style.visibility</p:attrName>
                                        </p:attrNameLst>
                                      </p:cBhvr>
                                      <p:to>
                                        <p:strVal val="visible"/>
                                      </p:to>
                                    </p:set>
                                    <p:anim calcmode="lin" valueType="num">
                                      <p:cBhvr additive="base">
                                        <p:cTn dur="500"/>
                                        <p:tgtEl>
                                          <p:spTgt spid="8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83"/>
                                        </p:tgtEl>
                                        <p:attrNameLst>
                                          <p:attrName>style.visibility</p:attrName>
                                        </p:attrNameLst>
                                      </p:cBhvr>
                                      <p:to>
                                        <p:strVal val="visible"/>
                                      </p:to>
                                    </p:set>
                                    <p:anim calcmode="lin" valueType="num">
                                      <p:cBhvr additive="base">
                                        <p:cTn dur="500"/>
                                        <p:tgtEl>
                                          <p:spTgt spid="8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84"/>
                                        </p:tgtEl>
                                        <p:attrNameLst>
                                          <p:attrName>style.visibility</p:attrName>
                                        </p:attrNameLst>
                                      </p:cBhvr>
                                      <p:to>
                                        <p:strVal val="visible"/>
                                      </p:to>
                                    </p:set>
                                    <p:anim calcmode="lin" valueType="num">
                                      <p:cBhvr additive="base">
                                        <p:cTn dur="500"/>
                                        <p:tgtEl>
                                          <p:spTgt spid="8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85"/>
                                        </p:tgtEl>
                                        <p:attrNameLst>
                                          <p:attrName>style.visibility</p:attrName>
                                        </p:attrNameLst>
                                      </p:cBhvr>
                                      <p:to>
                                        <p:strVal val="visible"/>
                                      </p:to>
                                    </p:set>
                                    <p:anim calcmode="lin" valueType="num">
                                      <p:cBhvr additive="base">
                                        <p:cTn dur="500"/>
                                        <p:tgtEl>
                                          <p:spTgt spid="8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86"/>
                                        </p:tgtEl>
                                        <p:attrNameLst>
                                          <p:attrName>style.visibility</p:attrName>
                                        </p:attrNameLst>
                                      </p:cBhvr>
                                      <p:to>
                                        <p:strVal val="visible"/>
                                      </p:to>
                                    </p:set>
                                    <p:anim calcmode="lin" valueType="num">
                                      <p:cBhvr additive="base">
                                        <p:cTn dur="500"/>
                                        <p:tgtEl>
                                          <p:spTgt spid="8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0"/>
                                  </p:stCondLst>
                                  <p:childTnLst>
                                    <p:set>
                                      <p:cBhvr>
                                        <p:cTn dur="1" fill="hold">
                                          <p:stCondLst>
                                            <p:cond delay="0"/>
                                          </p:stCondLst>
                                        </p:cTn>
                                        <p:tgtEl>
                                          <p:spTgt spid="87"/>
                                        </p:tgtEl>
                                        <p:attrNameLst>
                                          <p:attrName>style.visibility</p:attrName>
                                        </p:attrNameLst>
                                      </p:cBhvr>
                                      <p:to>
                                        <p:strVal val="visible"/>
                                      </p:to>
                                    </p:set>
                                    <p:anim calcmode="lin" valueType="num">
                                      <p:cBhvr additive="base">
                                        <p:cTn dur="500"/>
                                        <p:tgtEl>
                                          <p:spTgt spid="8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0"/>
                                  </p:stCondLst>
                                  <p:childTnLst>
                                    <p:set>
                                      <p:cBhvr>
                                        <p:cTn dur="1" fill="hold">
                                          <p:stCondLst>
                                            <p:cond delay="0"/>
                                          </p:stCondLst>
                                        </p:cTn>
                                        <p:tgtEl>
                                          <p:spTgt spid="88"/>
                                        </p:tgtEl>
                                        <p:attrNameLst>
                                          <p:attrName>style.visibility</p:attrName>
                                        </p:attrNameLst>
                                      </p:cBhvr>
                                      <p:to>
                                        <p:strVal val="visible"/>
                                      </p:to>
                                    </p:set>
                                    <p:anim calcmode="lin" valueType="num">
                                      <p:cBhvr additive="base">
                                        <p:cTn dur="500"/>
                                        <p:tgtEl>
                                          <p:spTgt spid="8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0"/>
                                  </p:stCondLst>
                                  <p:childTnLst>
                                    <p:set>
                                      <p:cBhvr>
                                        <p:cTn dur="1" fill="hold">
                                          <p:stCondLst>
                                            <p:cond delay="0"/>
                                          </p:stCondLst>
                                        </p:cTn>
                                        <p:tgtEl>
                                          <p:spTgt spid="89"/>
                                        </p:tgtEl>
                                        <p:attrNameLst>
                                          <p:attrName>style.visibility</p:attrName>
                                        </p:attrNameLst>
                                      </p:cBhvr>
                                      <p:to>
                                        <p:strVal val="visible"/>
                                      </p:to>
                                    </p:set>
                                    <p:anim calcmode="lin" valueType="num">
                                      <p:cBhvr additive="base">
                                        <p:cTn dur="500"/>
                                        <p:tgtEl>
                                          <p:spTgt spid="8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0"/>
                                  </p:stCondLst>
                                  <p:childTnLst>
                                    <p:set>
                                      <p:cBhvr>
                                        <p:cTn dur="1" fill="hold">
                                          <p:stCondLst>
                                            <p:cond delay="0"/>
                                          </p:stCondLst>
                                        </p:cTn>
                                        <p:tgtEl>
                                          <p:spTgt spid="90"/>
                                        </p:tgtEl>
                                        <p:attrNameLst>
                                          <p:attrName>style.visibility</p:attrName>
                                        </p:attrNameLst>
                                      </p:cBhvr>
                                      <p:to>
                                        <p:strVal val="visible"/>
                                      </p:to>
                                    </p:set>
                                    <p:anim calcmode="lin" valueType="num">
                                      <p:cBhvr additive="base">
                                        <p:cTn dur="500"/>
                                        <p:tgtEl>
                                          <p:spTgt spid="9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400"/>
                                  </p:stCondLst>
                                  <p:childTnLst>
                                    <p:set>
                                      <p:cBhvr>
                                        <p:cTn dur="1" fill="hold">
                                          <p:stCondLst>
                                            <p:cond delay="0"/>
                                          </p:stCondLst>
                                        </p:cTn>
                                        <p:tgtEl>
                                          <p:spTgt spid="91"/>
                                        </p:tgtEl>
                                        <p:attrNameLst>
                                          <p:attrName>style.visibility</p:attrName>
                                        </p:attrNameLst>
                                      </p:cBhvr>
                                      <p:to>
                                        <p:strVal val="visible"/>
                                      </p:to>
                                    </p:set>
                                    <p:anim calcmode="lin" valueType="num">
                                      <p:cBhvr additive="base">
                                        <p:cTn dur="500"/>
                                        <p:tgtEl>
                                          <p:spTgt spid="9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400"/>
                                  </p:stCondLst>
                                  <p:childTnLst>
                                    <p:set>
                                      <p:cBhvr>
                                        <p:cTn dur="1" fill="hold">
                                          <p:stCondLst>
                                            <p:cond delay="0"/>
                                          </p:stCondLst>
                                        </p:cTn>
                                        <p:tgtEl>
                                          <p:spTgt spid="92"/>
                                        </p:tgtEl>
                                        <p:attrNameLst>
                                          <p:attrName>style.visibility</p:attrName>
                                        </p:attrNameLst>
                                      </p:cBhvr>
                                      <p:to>
                                        <p:strVal val="visible"/>
                                      </p:to>
                                    </p:set>
                                    <p:anim calcmode="lin" valueType="num">
                                      <p:cBhvr additive="base">
                                        <p:cTn dur="500"/>
                                        <p:tgtEl>
                                          <p:spTgt spid="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400"/>
                                  </p:stCondLst>
                                  <p:childTnLst>
                                    <p:set>
                                      <p:cBhvr>
                                        <p:cTn dur="1" fill="hold">
                                          <p:stCondLst>
                                            <p:cond delay="0"/>
                                          </p:stCondLst>
                                        </p:cTn>
                                        <p:tgtEl>
                                          <p:spTgt spid="93"/>
                                        </p:tgtEl>
                                        <p:attrNameLst>
                                          <p:attrName>style.visibility</p:attrName>
                                        </p:attrNameLst>
                                      </p:cBhvr>
                                      <p:to>
                                        <p:strVal val="visible"/>
                                      </p:to>
                                    </p:set>
                                    <p:anim calcmode="lin" valueType="num">
                                      <p:cBhvr additive="base">
                                        <p:cTn dur="500"/>
                                        <p:tgtEl>
                                          <p:spTgt spid="9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400"/>
                                  </p:stCondLst>
                                  <p:childTnLst>
                                    <p:set>
                                      <p:cBhvr>
                                        <p:cTn dur="1" fill="hold">
                                          <p:stCondLst>
                                            <p:cond delay="0"/>
                                          </p:stCondLst>
                                        </p:cTn>
                                        <p:tgtEl>
                                          <p:spTgt spid="94"/>
                                        </p:tgtEl>
                                        <p:attrNameLst>
                                          <p:attrName>style.visibility</p:attrName>
                                        </p:attrNameLst>
                                      </p:cBhvr>
                                      <p:to>
                                        <p:strVal val="visible"/>
                                      </p:to>
                                    </p:set>
                                    <p:anim calcmode="lin" valueType="num">
                                      <p:cBhvr additive="base">
                                        <p:cTn dur="500"/>
                                        <p:tgtEl>
                                          <p:spTgt spid="9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600"/>
                                  </p:stCondLst>
                                  <p:childTnLst>
                                    <p:set>
                                      <p:cBhvr>
                                        <p:cTn dur="1" fill="hold">
                                          <p:stCondLst>
                                            <p:cond delay="0"/>
                                          </p:stCondLst>
                                        </p:cTn>
                                        <p:tgtEl>
                                          <p:spTgt spid="95"/>
                                        </p:tgtEl>
                                        <p:attrNameLst>
                                          <p:attrName>style.visibility</p:attrName>
                                        </p:attrNameLst>
                                      </p:cBhvr>
                                      <p:to>
                                        <p:strVal val="visible"/>
                                      </p:to>
                                    </p:set>
                                    <p:anim calcmode="lin" valueType="num">
                                      <p:cBhvr additive="base">
                                        <p:cTn dur="500"/>
                                        <p:tgtEl>
                                          <p:spTgt spid="9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600"/>
                                  </p:stCondLst>
                                  <p:childTnLst>
                                    <p:set>
                                      <p:cBhvr>
                                        <p:cTn dur="1" fill="hold">
                                          <p:stCondLst>
                                            <p:cond delay="0"/>
                                          </p:stCondLst>
                                        </p:cTn>
                                        <p:tgtEl>
                                          <p:spTgt spid="96"/>
                                        </p:tgtEl>
                                        <p:attrNameLst>
                                          <p:attrName>style.visibility</p:attrName>
                                        </p:attrNameLst>
                                      </p:cBhvr>
                                      <p:to>
                                        <p:strVal val="visible"/>
                                      </p:to>
                                    </p:set>
                                    <p:anim calcmode="lin" valueType="num">
                                      <p:cBhvr additive="base">
                                        <p:cTn dur="500"/>
                                        <p:tgtEl>
                                          <p:spTgt spid="9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600"/>
                                  </p:stCondLst>
                                  <p:childTnLst>
                                    <p:set>
                                      <p:cBhvr>
                                        <p:cTn dur="1" fill="hold">
                                          <p:stCondLst>
                                            <p:cond delay="0"/>
                                          </p:stCondLst>
                                        </p:cTn>
                                        <p:tgtEl>
                                          <p:spTgt spid="97"/>
                                        </p:tgtEl>
                                        <p:attrNameLst>
                                          <p:attrName>style.visibility</p:attrName>
                                        </p:attrNameLst>
                                      </p:cBhvr>
                                      <p:to>
                                        <p:strVal val="visible"/>
                                      </p:to>
                                    </p:set>
                                    <p:anim calcmode="lin" valueType="num">
                                      <p:cBhvr additive="base">
                                        <p:cTn dur="500"/>
                                        <p:tgtEl>
                                          <p:spTgt spid="9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600"/>
                                  </p:stCondLst>
                                  <p:childTnLst>
                                    <p:set>
                                      <p:cBhvr>
                                        <p:cTn dur="1" fill="hold">
                                          <p:stCondLst>
                                            <p:cond delay="0"/>
                                          </p:stCondLst>
                                        </p:cTn>
                                        <p:tgtEl>
                                          <p:spTgt spid="98"/>
                                        </p:tgtEl>
                                        <p:attrNameLst>
                                          <p:attrName>style.visibility</p:attrName>
                                        </p:attrNameLst>
                                      </p:cBhvr>
                                      <p:to>
                                        <p:strVal val="visible"/>
                                      </p:to>
                                    </p:set>
                                    <p:anim calcmode="lin" valueType="num">
                                      <p:cBhvr additive="base">
                                        <p:cTn dur="500"/>
                                        <p:tgtEl>
                                          <p:spTgt spid="9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7"/>
          <p:cNvSpPr txBox="1"/>
          <p:nvPr>
            <p:ph type="title"/>
          </p:nvPr>
        </p:nvSpPr>
        <p:spPr>
          <a:xfrm>
            <a:off x="548640" y="320040"/>
            <a:ext cx="11091672"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Why It's Worth Solving</a:t>
            </a:r>
            <a:endParaRPr sz="3600"/>
          </a:p>
        </p:txBody>
      </p:sp>
      <p:sp>
        <p:nvSpPr>
          <p:cNvPr id="106" name="Google Shape;106;p7">
            <a:hlinkClick action="ppaction://hlinksldjump" r:id="rId3"/>
          </p:cNvPr>
          <p:cNvSpPr/>
          <p:nvPr/>
        </p:nvSpPr>
        <p:spPr>
          <a:xfrm>
            <a:off x="434340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4"/>
              </a:rPr>
              <a:t>1</a:t>
            </a:r>
            <a:endParaRPr b="0" i="0" sz="1000" u="none" cap="none" strike="noStrike">
              <a:solidFill>
                <a:schemeClr val="dk1"/>
              </a:solidFill>
              <a:latin typeface="Calibri"/>
              <a:ea typeface="Calibri"/>
              <a:cs typeface="Calibri"/>
              <a:sym typeface="Calibri"/>
            </a:endParaRPr>
          </a:p>
        </p:txBody>
      </p:sp>
      <p:sp>
        <p:nvSpPr>
          <p:cNvPr id="107" name="Google Shape;107;p7">
            <a:hlinkClick action="ppaction://hlinksldjump" r:id="rId5"/>
          </p:cNvPr>
          <p:cNvSpPr/>
          <p:nvPr/>
        </p:nvSpPr>
        <p:spPr>
          <a:xfrm>
            <a:off x="469087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6"/>
              </a:rPr>
              <a:t>2</a:t>
            </a:r>
            <a:endParaRPr b="0" i="0" sz="1000" u="none" cap="none" strike="noStrike">
              <a:solidFill>
                <a:schemeClr val="dk1"/>
              </a:solidFill>
              <a:latin typeface="Calibri"/>
              <a:ea typeface="Calibri"/>
              <a:cs typeface="Calibri"/>
              <a:sym typeface="Calibri"/>
            </a:endParaRPr>
          </a:p>
        </p:txBody>
      </p:sp>
      <p:sp>
        <p:nvSpPr>
          <p:cNvPr id="108" name="Google Shape;108;p7">
            <a:hlinkClick action="ppaction://hlinksldjump" r:id="rId7"/>
          </p:cNvPr>
          <p:cNvSpPr/>
          <p:nvPr/>
        </p:nvSpPr>
        <p:spPr>
          <a:xfrm>
            <a:off x="5038344" y="6419088"/>
            <a:ext cx="274320" cy="27432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8"/>
              </a:rPr>
              <a:t>3</a:t>
            </a:r>
            <a:endParaRPr b="0" i="0" sz="1000" u="none" cap="none" strike="noStrike">
              <a:solidFill>
                <a:schemeClr val="dk1"/>
              </a:solidFill>
              <a:latin typeface="Calibri"/>
              <a:ea typeface="Calibri"/>
              <a:cs typeface="Calibri"/>
              <a:sym typeface="Calibri"/>
            </a:endParaRPr>
          </a:p>
        </p:txBody>
      </p:sp>
      <p:sp>
        <p:nvSpPr>
          <p:cNvPr id="109" name="Google Shape;109;p7">
            <a:hlinkClick action="ppaction://hlinksldjump" r:id="rId9"/>
          </p:cNvPr>
          <p:cNvSpPr/>
          <p:nvPr/>
        </p:nvSpPr>
        <p:spPr>
          <a:xfrm>
            <a:off x="538581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0"/>
              </a:rPr>
              <a:t>4</a:t>
            </a:r>
            <a:endParaRPr b="0" i="0" sz="1000" u="none" cap="none" strike="noStrike">
              <a:solidFill>
                <a:schemeClr val="dk1"/>
              </a:solidFill>
              <a:latin typeface="Calibri"/>
              <a:ea typeface="Calibri"/>
              <a:cs typeface="Calibri"/>
              <a:sym typeface="Calibri"/>
            </a:endParaRPr>
          </a:p>
        </p:txBody>
      </p:sp>
      <p:sp>
        <p:nvSpPr>
          <p:cNvPr id="110" name="Google Shape;110;p7">
            <a:hlinkClick action="ppaction://hlinksldjump" r:id="rId11"/>
          </p:cNvPr>
          <p:cNvSpPr/>
          <p:nvPr/>
        </p:nvSpPr>
        <p:spPr>
          <a:xfrm>
            <a:off x="573328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2"/>
              </a:rPr>
              <a:t>5</a:t>
            </a:r>
            <a:endParaRPr b="0" i="0" sz="1000" u="none" cap="none" strike="noStrike">
              <a:solidFill>
                <a:schemeClr val="dk1"/>
              </a:solidFill>
              <a:latin typeface="Calibri"/>
              <a:ea typeface="Calibri"/>
              <a:cs typeface="Calibri"/>
              <a:sym typeface="Calibri"/>
            </a:endParaRPr>
          </a:p>
        </p:txBody>
      </p:sp>
      <p:sp>
        <p:nvSpPr>
          <p:cNvPr id="111" name="Google Shape;111;p7">
            <a:hlinkClick action="ppaction://hlinksldjump" r:id="rId13"/>
          </p:cNvPr>
          <p:cNvSpPr/>
          <p:nvPr/>
        </p:nvSpPr>
        <p:spPr>
          <a:xfrm>
            <a:off x="608076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4"/>
              </a:rPr>
              <a:t>6</a:t>
            </a:r>
            <a:endParaRPr b="0" i="0" sz="1000" u="none" cap="none" strike="noStrike">
              <a:solidFill>
                <a:schemeClr val="dk1"/>
              </a:solidFill>
              <a:latin typeface="Calibri"/>
              <a:ea typeface="Calibri"/>
              <a:cs typeface="Calibri"/>
              <a:sym typeface="Calibri"/>
            </a:endParaRPr>
          </a:p>
        </p:txBody>
      </p:sp>
      <p:sp>
        <p:nvSpPr>
          <p:cNvPr id="112" name="Google Shape;112;p7">
            <a:hlinkClick action="ppaction://hlinksldjump" r:id="rId15"/>
          </p:cNvPr>
          <p:cNvSpPr/>
          <p:nvPr/>
        </p:nvSpPr>
        <p:spPr>
          <a:xfrm>
            <a:off x="642823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6"/>
              </a:rPr>
              <a:t>7</a:t>
            </a:r>
            <a:endParaRPr b="0" i="0" sz="1000" u="none" cap="none" strike="noStrike">
              <a:solidFill>
                <a:schemeClr val="dk1"/>
              </a:solidFill>
              <a:latin typeface="Calibri"/>
              <a:ea typeface="Calibri"/>
              <a:cs typeface="Calibri"/>
              <a:sym typeface="Calibri"/>
            </a:endParaRPr>
          </a:p>
        </p:txBody>
      </p:sp>
      <p:sp>
        <p:nvSpPr>
          <p:cNvPr id="113" name="Google Shape;113;p7">
            <a:hlinkClick action="ppaction://hlinksldjump" r:id="rId17"/>
          </p:cNvPr>
          <p:cNvSpPr/>
          <p:nvPr/>
        </p:nvSpPr>
        <p:spPr>
          <a:xfrm>
            <a:off x="677570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8"/>
              </a:rPr>
              <a:t>8</a:t>
            </a:r>
            <a:endParaRPr b="0" i="0" sz="1000" u="none" cap="none" strike="noStrike">
              <a:solidFill>
                <a:schemeClr val="dk1"/>
              </a:solidFill>
              <a:latin typeface="Calibri"/>
              <a:ea typeface="Calibri"/>
              <a:cs typeface="Calibri"/>
              <a:sym typeface="Calibri"/>
            </a:endParaRPr>
          </a:p>
        </p:txBody>
      </p:sp>
      <p:sp>
        <p:nvSpPr>
          <p:cNvPr id="114" name="Google Shape;114;p7">
            <a:hlinkClick action="ppaction://hlinksldjump" r:id="rId19"/>
          </p:cNvPr>
          <p:cNvSpPr/>
          <p:nvPr/>
        </p:nvSpPr>
        <p:spPr>
          <a:xfrm>
            <a:off x="712317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0"/>
              </a:rPr>
              <a:t>9</a:t>
            </a:r>
            <a:endParaRPr b="0" i="0" sz="1000" u="none" cap="none" strike="noStrike">
              <a:solidFill>
                <a:schemeClr val="dk1"/>
              </a:solidFill>
              <a:latin typeface="Calibri"/>
              <a:ea typeface="Calibri"/>
              <a:cs typeface="Calibri"/>
              <a:sym typeface="Calibri"/>
            </a:endParaRPr>
          </a:p>
        </p:txBody>
      </p:sp>
      <p:sp>
        <p:nvSpPr>
          <p:cNvPr id="115" name="Google Shape;115;p7">
            <a:hlinkClick action="ppaction://hlinksldjump" r:id="rId21"/>
          </p:cNvPr>
          <p:cNvSpPr/>
          <p:nvPr/>
        </p:nvSpPr>
        <p:spPr>
          <a:xfrm>
            <a:off x="747064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2"/>
              </a:rPr>
              <a:t>10</a:t>
            </a:r>
            <a:endParaRPr b="0" i="0" sz="1000" u="none" cap="none" strike="noStrike">
              <a:solidFill>
                <a:schemeClr val="dk1"/>
              </a:solidFill>
              <a:latin typeface="Calibri"/>
              <a:ea typeface="Calibri"/>
              <a:cs typeface="Calibri"/>
              <a:sym typeface="Calibri"/>
            </a:endParaRPr>
          </a:p>
        </p:txBody>
      </p:sp>
      <p:sp>
        <p:nvSpPr>
          <p:cNvPr id="116" name="Google Shape;116;p7"/>
          <p:cNvSpPr/>
          <p:nvPr/>
        </p:nvSpPr>
        <p:spPr>
          <a:xfrm>
            <a:off x="548640" y="1371600"/>
            <a:ext cx="4023360" cy="1463040"/>
          </a:xfrm>
          <a:prstGeom prst="roundRect">
            <a:avLst>
              <a:gd fmla="val 875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txBox="1"/>
          <p:nvPr/>
        </p:nvSpPr>
        <p:spPr>
          <a:xfrm>
            <a:off x="777240" y="1463040"/>
            <a:ext cx="3566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800"/>
              <a:buFont typeface="Cambria"/>
              <a:buNone/>
            </a:pPr>
            <a:r>
              <a:rPr b="1" i="0" lang="en-US" sz="3800" u="none" cap="none" strike="noStrike">
                <a:solidFill>
                  <a:schemeClr val="accent1"/>
                </a:solidFill>
                <a:latin typeface="Cambria"/>
                <a:ea typeface="Cambria"/>
                <a:cs typeface="Cambria"/>
                <a:sym typeface="Cambria"/>
              </a:rPr>
              <a:t>≈150 vs ≈30</a:t>
            </a:r>
            <a:endParaRPr b="0" i="0" sz="3800" u="none" cap="none" strike="noStrike">
              <a:solidFill>
                <a:schemeClr val="dk1"/>
              </a:solidFill>
              <a:latin typeface="Calibri"/>
              <a:ea typeface="Calibri"/>
              <a:cs typeface="Calibri"/>
              <a:sym typeface="Calibri"/>
            </a:endParaRPr>
          </a:p>
        </p:txBody>
      </p:sp>
      <p:sp>
        <p:nvSpPr>
          <p:cNvPr id="118" name="Google Shape;118;p7"/>
          <p:cNvSpPr txBox="1"/>
          <p:nvPr/>
        </p:nvSpPr>
        <p:spPr>
          <a:xfrm>
            <a:off x="777240" y="2121408"/>
            <a:ext cx="35661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words per minute: a lecturer speaks, a student writes. We only catch about 1 word in 5.</a:t>
            </a:r>
            <a:endParaRPr b="0" i="0" sz="1400" u="none" cap="none" strike="noStrike">
              <a:solidFill>
                <a:schemeClr val="dk1"/>
              </a:solidFill>
              <a:latin typeface="Calibri"/>
              <a:ea typeface="Calibri"/>
              <a:cs typeface="Calibri"/>
              <a:sym typeface="Calibri"/>
            </a:endParaRPr>
          </a:p>
        </p:txBody>
      </p:sp>
      <p:sp>
        <p:nvSpPr>
          <p:cNvPr id="119" name="Google Shape;119;p7"/>
          <p:cNvSpPr/>
          <p:nvPr/>
        </p:nvSpPr>
        <p:spPr>
          <a:xfrm>
            <a:off x="548640" y="3017520"/>
            <a:ext cx="4023360" cy="1463040"/>
          </a:xfrm>
          <a:prstGeom prst="roundRect">
            <a:avLst>
              <a:gd fmla="val 875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txBox="1"/>
          <p:nvPr/>
        </p:nvSpPr>
        <p:spPr>
          <a:xfrm>
            <a:off x="777240" y="3108960"/>
            <a:ext cx="3566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800"/>
              <a:buFont typeface="Cambria"/>
              <a:buNone/>
            </a:pPr>
            <a:r>
              <a:rPr b="1" i="0" lang="en-US" sz="3800" u="none" cap="none" strike="noStrike">
                <a:solidFill>
                  <a:schemeClr val="accent1"/>
                </a:solidFill>
                <a:latin typeface="Cambria"/>
                <a:ea typeface="Cambria"/>
                <a:cs typeface="Cambria"/>
                <a:sym typeface="Cambria"/>
              </a:rPr>
              <a:t>250M+</a:t>
            </a:r>
            <a:endParaRPr b="0" i="0" sz="3800" u="none" cap="none" strike="noStrike">
              <a:solidFill>
                <a:schemeClr val="dk1"/>
              </a:solidFill>
              <a:latin typeface="Calibri"/>
              <a:ea typeface="Calibri"/>
              <a:cs typeface="Calibri"/>
              <a:sym typeface="Calibri"/>
            </a:endParaRPr>
          </a:p>
        </p:txBody>
      </p:sp>
      <p:sp>
        <p:nvSpPr>
          <p:cNvPr id="121" name="Google Shape;121;p7"/>
          <p:cNvSpPr txBox="1"/>
          <p:nvPr/>
        </p:nvSpPr>
        <p:spPr>
          <a:xfrm>
            <a:off x="777240" y="3767328"/>
            <a:ext cx="35661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people in India are estimated to mix Hindi and English when speaking.</a:t>
            </a:r>
            <a:endParaRPr b="0" i="0" sz="1400" u="none" cap="none" strike="noStrike">
              <a:solidFill>
                <a:schemeClr val="dk1"/>
              </a:solidFill>
              <a:latin typeface="Calibri"/>
              <a:ea typeface="Calibri"/>
              <a:cs typeface="Calibri"/>
              <a:sym typeface="Calibri"/>
            </a:endParaRPr>
          </a:p>
        </p:txBody>
      </p:sp>
      <p:sp>
        <p:nvSpPr>
          <p:cNvPr id="122" name="Google Shape;122;p7"/>
          <p:cNvSpPr/>
          <p:nvPr/>
        </p:nvSpPr>
        <p:spPr>
          <a:xfrm>
            <a:off x="548640" y="4663440"/>
            <a:ext cx="4023360" cy="1463040"/>
          </a:xfrm>
          <a:prstGeom prst="roundRect">
            <a:avLst>
              <a:gd fmla="val 8750"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7"/>
          <p:cNvSpPr txBox="1"/>
          <p:nvPr/>
        </p:nvSpPr>
        <p:spPr>
          <a:xfrm>
            <a:off x="777240" y="4754880"/>
            <a:ext cx="35661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accent1"/>
              </a:buClr>
              <a:buSzPts val="3800"/>
              <a:buFont typeface="Cambria"/>
              <a:buNone/>
            </a:pPr>
            <a:r>
              <a:rPr b="1" i="0" lang="en-US" sz="3800" u="none" cap="none" strike="noStrike">
                <a:solidFill>
                  <a:schemeClr val="accent1"/>
                </a:solidFill>
                <a:latin typeface="Cambria"/>
                <a:ea typeface="Cambria"/>
                <a:cs typeface="Cambria"/>
                <a:sym typeface="Cambria"/>
              </a:rPr>
              <a:t>4.3 crore</a:t>
            </a:r>
            <a:endParaRPr b="0" i="0" sz="3800" u="none" cap="none" strike="noStrike">
              <a:solidFill>
                <a:schemeClr val="dk1"/>
              </a:solidFill>
              <a:latin typeface="Calibri"/>
              <a:ea typeface="Calibri"/>
              <a:cs typeface="Calibri"/>
              <a:sym typeface="Calibri"/>
            </a:endParaRPr>
          </a:p>
        </p:txBody>
      </p:sp>
      <p:sp>
        <p:nvSpPr>
          <p:cNvPr id="124" name="Google Shape;124;p7"/>
          <p:cNvSpPr txBox="1"/>
          <p:nvPr/>
        </p:nvSpPr>
        <p:spPr>
          <a:xfrm>
            <a:off x="777240" y="5413248"/>
            <a:ext cx="35661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students in Indian higher education (AISHE 2021-22). Even a small share is huge.</a:t>
            </a:r>
            <a:endParaRPr b="0" i="0" sz="1400" u="none" cap="none" strike="noStrike">
              <a:solidFill>
                <a:schemeClr val="dk1"/>
              </a:solidFill>
              <a:latin typeface="Calibri"/>
              <a:ea typeface="Calibri"/>
              <a:cs typeface="Calibri"/>
              <a:sym typeface="Calibri"/>
            </a:endParaRPr>
          </a:p>
        </p:txBody>
      </p:sp>
      <p:sp>
        <p:nvSpPr>
          <p:cNvPr id="125" name="Google Shape;125;p7"/>
          <p:cNvSpPr txBox="1"/>
          <p:nvPr/>
        </p:nvSpPr>
        <p:spPr>
          <a:xfrm>
            <a:off x="4937760" y="1371600"/>
            <a:ext cx="64008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2000"/>
              <a:buFont typeface="Calibri"/>
              <a:buNone/>
            </a:pPr>
            <a:r>
              <a:rPr b="1" i="0" lang="en-US" sz="2000" u="none" cap="none" strike="noStrike">
                <a:solidFill>
                  <a:schemeClr val="accent3"/>
                </a:solidFill>
                <a:latin typeface="Calibri"/>
                <a:ea typeface="Calibri"/>
                <a:cs typeface="Calibri"/>
                <a:sym typeface="Calibri"/>
              </a:rPr>
              <a:t>If we don't fix it</a:t>
            </a:r>
            <a:endParaRPr b="0" i="0" sz="2000" u="none" cap="none" strike="noStrike">
              <a:solidFill>
                <a:schemeClr val="dk1"/>
              </a:solidFill>
              <a:latin typeface="Calibri"/>
              <a:ea typeface="Calibri"/>
              <a:cs typeface="Calibri"/>
              <a:sym typeface="Calibri"/>
            </a:endParaRPr>
          </a:p>
        </p:txBody>
      </p:sp>
      <p:sp>
        <p:nvSpPr>
          <p:cNvPr id="126" name="Google Shape;126;p7"/>
          <p:cNvSpPr/>
          <p:nvPr/>
        </p:nvSpPr>
        <p:spPr>
          <a:xfrm>
            <a:off x="4937760" y="1874520"/>
            <a:ext cx="3246120" cy="201168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5166360" y="210312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lock icon" id="128" name="Google Shape;128;p7"/>
          <p:cNvPicPr preferRelativeResize="0"/>
          <p:nvPr/>
        </p:nvPicPr>
        <p:blipFill rotWithShape="1">
          <a:blip r:embed="rId23">
            <a:alphaModFix/>
          </a:blip>
          <a:srcRect b="0" l="0" r="0" t="0"/>
          <a:stretch/>
        </p:blipFill>
        <p:spPr>
          <a:xfrm>
            <a:off x="5292090" y="2228850"/>
            <a:ext cx="251460" cy="251460"/>
          </a:xfrm>
          <a:prstGeom prst="rect">
            <a:avLst/>
          </a:prstGeom>
          <a:noFill/>
          <a:ln>
            <a:noFill/>
          </a:ln>
        </p:spPr>
      </p:pic>
      <p:sp>
        <p:nvSpPr>
          <p:cNvPr id="129" name="Google Shape;129;p7"/>
          <p:cNvSpPr txBox="1"/>
          <p:nvPr/>
        </p:nvSpPr>
        <p:spPr>
          <a:xfrm>
            <a:off x="5806440" y="2221992"/>
            <a:ext cx="21945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Time</a:t>
            </a:r>
            <a:endParaRPr b="0" i="0" sz="1800" u="none" cap="none" strike="noStrike">
              <a:solidFill>
                <a:schemeClr val="dk1"/>
              </a:solidFill>
              <a:latin typeface="Calibri"/>
              <a:ea typeface="Calibri"/>
              <a:cs typeface="Calibri"/>
              <a:sym typeface="Calibri"/>
            </a:endParaRPr>
          </a:p>
        </p:txBody>
      </p:sp>
      <p:sp>
        <p:nvSpPr>
          <p:cNvPr id="130" name="Google Shape;130;p7"/>
          <p:cNvSpPr txBox="1"/>
          <p:nvPr/>
        </p:nvSpPr>
        <p:spPr>
          <a:xfrm>
            <a:off x="5166360" y="2788920"/>
            <a:ext cx="27889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Hours go into rewriting notes, borrowing a friend's, or rewatching recordings.</a:t>
            </a:r>
            <a:endParaRPr b="0" i="0" sz="1500" u="none" cap="none" strike="noStrike">
              <a:solidFill>
                <a:schemeClr val="dk1"/>
              </a:solidFill>
              <a:latin typeface="Calibri"/>
              <a:ea typeface="Calibri"/>
              <a:cs typeface="Calibri"/>
              <a:sym typeface="Calibri"/>
            </a:endParaRPr>
          </a:p>
        </p:txBody>
      </p:sp>
      <p:sp>
        <p:nvSpPr>
          <p:cNvPr id="131" name="Google Shape;131;p7"/>
          <p:cNvSpPr/>
          <p:nvPr/>
        </p:nvSpPr>
        <p:spPr>
          <a:xfrm>
            <a:off x="8394192" y="1874520"/>
            <a:ext cx="3246120" cy="201168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a:off x="8622792" y="210312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RupeeSign icon" id="133" name="Google Shape;133;p7"/>
          <p:cNvPicPr preferRelativeResize="0"/>
          <p:nvPr/>
        </p:nvPicPr>
        <p:blipFill rotWithShape="1">
          <a:blip r:embed="rId24">
            <a:alphaModFix/>
          </a:blip>
          <a:srcRect b="0" l="0" r="0" t="0"/>
          <a:stretch/>
        </p:blipFill>
        <p:spPr>
          <a:xfrm>
            <a:off x="8748522" y="2228850"/>
            <a:ext cx="251460" cy="251460"/>
          </a:xfrm>
          <a:prstGeom prst="rect">
            <a:avLst/>
          </a:prstGeom>
          <a:noFill/>
          <a:ln>
            <a:noFill/>
          </a:ln>
        </p:spPr>
      </p:pic>
      <p:sp>
        <p:nvSpPr>
          <p:cNvPr id="134" name="Google Shape;134;p7"/>
          <p:cNvSpPr txBox="1"/>
          <p:nvPr/>
        </p:nvSpPr>
        <p:spPr>
          <a:xfrm>
            <a:off x="9262872" y="2221992"/>
            <a:ext cx="21945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Money</a:t>
            </a:r>
            <a:endParaRPr b="0" i="0" sz="1800" u="none" cap="none" strike="noStrike">
              <a:solidFill>
                <a:schemeClr val="dk1"/>
              </a:solidFill>
              <a:latin typeface="Calibri"/>
              <a:ea typeface="Calibri"/>
              <a:cs typeface="Calibri"/>
              <a:sym typeface="Calibri"/>
            </a:endParaRPr>
          </a:p>
        </p:txBody>
      </p:sp>
      <p:sp>
        <p:nvSpPr>
          <p:cNvPr id="135" name="Google Shape;135;p7"/>
          <p:cNvSpPr txBox="1"/>
          <p:nvPr/>
        </p:nvSpPr>
        <p:spPr>
          <a:xfrm>
            <a:off x="8622792" y="2788920"/>
            <a:ext cx="27889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Students fill the gaps with paid notes, tuitions or coaching.</a:t>
            </a:r>
            <a:endParaRPr b="0" i="0" sz="1500" u="none" cap="none" strike="noStrike">
              <a:solidFill>
                <a:schemeClr val="dk1"/>
              </a:solidFill>
              <a:latin typeface="Calibri"/>
              <a:ea typeface="Calibri"/>
              <a:cs typeface="Calibri"/>
              <a:sym typeface="Calibri"/>
            </a:endParaRPr>
          </a:p>
        </p:txBody>
      </p:sp>
      <p:sp>
        <p:nvSpPr>
          <p:cNvPr id="136" name="Google Shape;136;p7"/>
          <p:cNvSpPr/>
          <p:nvPr/>
        </p:nvSpPr>
        <p:spPr>
          <a:xfrm>
            <a:off x="4937760" y="4114800"/>
            <a:ext cx="3246120" cy="201168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
          <p:cNvSpPr/>
          <p:nvPr/>
        </p:nvSpPr>
        <p:spPr>
          <a:xfrm>
            <a:off x="5166360" y="434340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raduationCap icon" id="138" name="Google Shape;138;p7"/>
          <p:cNvPicPr preferRelativeResize="0"/>
          <p:nvPr/>
        </p:nvPicPr>
        <p:blipFill rotWithShape="1">
          <a:blip r:embed="rId25">
            <a:alphaModFix/>
          </a:blip>
          <a:srcRect b="0" l="0" r="0" t="0"/>
          <a:stretch/>
        </p:blipFill>
        <p:spPr>
          <a:xfrm>
            <a:off x="5292090" y="4469130"/>
            <a:ext cx="251460" cy="251460"/>
          </a:xfrm>
          <a:prstGeom prst="rect">
            <a:avLst/>
          </a:prstGeom>
          <a:noFill/>
          <a:ln>
            <a:noFill/>
          </a:ln>
        </p:spPr>
      </p:pic>
      <p:sp>
        <p:nvSpPr>
          <p:cNvPr id="139" name="Google Shape;139;p7"/>
          <p:cNvSpPr txBox="1"/>
          <p:nvPr/>
        </p:nvSpPr>
        <p:spPr>
          <a:xfrm>
            <a:off x="5806440" y="4462272"/>
            <a:ext cx="21945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Learning</a:t>
            </a:r>
            <a:endParaRPr b="0" i="0" sz="1800" u="none" cap="none" strike="noStrike">
              <a:solidFill>
                <a:schemeClr val="dk1"/>
              </a:solidFill>
              <a:latin typeface="Calibri"/>
              <a:ea typeface="Calibri"/>
              <a:cs typeface="Calibri"/>
              <a:sym typeface="Calibri"/>
            </a:endParaRPr>
          </a:p>
        </p:txBody>
      </p:sp>
      <p:sp>
        <p:nvSpPr>
          <p:cNvPr id="140" name="Google Shape;140;p7"/>
          <p:cNvSpPr txBox="1"/>
          <p:nvPr/>
        </p:nvSpPr>
        <p:spPr>
          <a:xfrm>
            <a:off x="5166360" y="5029200"/>
            <a:ext cx="27889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Small gaps pile up. A 2023 study found lecture summaries helped students score higher on quizzes.</a:t>
            </a:r>
            <a:endParaRPr b="0" i="0" sz="1500" u="none" cap="none" strike="noStrike">
              <a:solidFill>
                <a:schemeClr val="dk1"/>
              </a:solidFill>
              <a:latin typeface="Calibri"/>
              <a:ea typeface="Calibri"/>
              <a:cs typeface="Calibri"/>
              <a:sym typeface="Calibri"/>
            </a:endParaRPr>
          </a:p>
        </p:txBody>
      </p:sp>
      <p:sp>
        <p:nvSpPr>
          <p:cNvPr id="141" name="Google Shape;141;p7"/>
          <p:cNvSpPr/>
          <p:nvPr/>
        </p:nvSpPr>
        <p:spPr>
          <a:xfrm>
            <a:off x="8394192" y="4114800"/>
            <a:ext cx="3246120" cy="201168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8622792" y="434340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niversalAccess icon" id="143" name="Google Shape;143;p7"/>
          <p:cNvPicPr preferRelativeResize="0"/>
          <p:nvPr/>
        </p:nvPicPr>
        <p:blipFill rotWithShape="1">
          <a:blip r:embed="rId26">
            <a:alphaModFix/>
          </a:blip>
          <a:srcRect b="0" l="0" r="0" t="0"/>
          <a:stretch/>
        </p:blipFill>
        <p:spPr>
          <a:xfrm>
            <a:off x="8748522" y="4469130"/>
            <a:ext cx="251460" cy="251460"/>
          </a:xfrm>
          <a:prstGeom prst="rect">
            <a:avLst/>
          </a:prstGeom>
          <a:noFill/>
          <a:ln>
            <a:noFill/>
          </a:ln>
        </p:spPr>
      </p:pic>
      <p:sp>
        <p:nvSpPr>
          <p:cNvPr id="144" name="Google Shape;144;p7"/>
          <p:cNvSpPr txBox="1"/>
          <p:nvPr/>
        </p:nvSpPr>
        <p:spPr>
          <a:xfrm>
            <a:off x="9262872" y="4462272"/>
            <a:ext cx="21945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Accessibility</a:t>
            </a:r>
            <a:endParaRPr b="0" i="0" sz="1800" u="none" cap="none" strike="noStrike">
              <a:solidFill>
                <a:schemeClr val="dk1"/>
              </a:solidFill>
              <a:latin typeface="Calibri"/>
              <a:ea typeface="Calibri"/>
              <a:cs typeface="Calibri"/>
              <a:sym typeface="Calibri"/>
            </a:endParaRPr>
          </a:p>
        </p:txBody>
      </p:sp>
      <p:sp>
        <p:nvSpPr>
          <p:cNvPr id="145" name="Google Shape;145;p7"/>
          <p:cNvSpPr txBox="1"/>
          <p:nvPr/>
        </p:nvSpPr>
        <p:spPr>
          <a:xfrm>
            <a:off x="8622792" y="5029200"/>
            <a:ext cx="278892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500"/>
              <a:buFont typeface="Calibri"/>
              <a:buNone/>
            </a:pPr>
            <a:r>
              <a:rPr b="0" i="0" lang="en-US" sz="1500" u="none" cap="none" strike="noStrike">
                <a:solidFill>
                  <a:schemeClr val="dk1"/>
                </a:solidFill>
                <a:latin typeface="Calibri"/>
                <a:ea typeface="Calibri"/>
                <a:cs typeface="Calibri"/>
                <a:sym typeface="Calibri"/>
              </a:rPr>
              <a:t>Slow writers, students with hearing difficulty and those less at ease in English fall behind first.</a:t>
            </a:r>
            <a:endParaRPr b="0" i="0" sz="1500" u="none" cap="none" strike="noStrike">
              <a:solidFill>
                <a:schemeClr val="dk1"/>
              </a:solidFill>
              <a:latin typeface="Calibri"/>
              <a:ea typeface="Calibri"/>
              <a:cs typeface="Calibri"/>
              <a:sym typeface="Calibri"/>
            </a:endParaRPr>
          </a:p>
        </p:txBody>
      </p:sp>
      <p:sp>
        <p:nvSpPr>
          <p:cNvPr id="146" name="Google Shape;146;p7"/>
          <p:cNvSpPr txBox="1"/>
          <p:nvPr>
            <p:ph idx="4294967295" type="sldNum"/>
          </p:nvPr>
        </p:nvSpPr>
        <p:spPr>
          <a:xfrm>
            <a:off x="11155680" y="6419088"/>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16"/>
                                        </p:tgtEl>
                                        <p:attrNameLst>
                                          <p:attrName>style.visibility</p:attrName>
                                        </p:attrNameLst>
                                      </p:cBhvr>
                                      <p:to>
                                        <p:strVal val="visible"/>
                                      </p:to>
                                    </p:set>
                                    <p:anim calcmode="lin" valueType="num">
                                      <p:cBhvr additive="base">
                                        <p:cTn dur="500"/>
                                        <p:tgtEl>
                                          <p:spTgt spid="11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7"/>
                                        </p:tgtEl>
                                        <p:attrNameLst>
                                          <p:attrName>style.visibility</p:attrName>
                                        </p:attrNameLst>
                                      </p:cBhvr>
                                      <p:to>
                                        <p:strVal val="visible"/>
                                      </p:to>
                                    </p:set>
                                    <p:anim calcmode="lin" valueType="num">
                                      <p:cBhvr additive="base">
                                        <p:cTn dur="500"/>
                                        <p:tgtEl>
                                          <p:spTgt spid="11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8"/>
                                        </p:tgtEl>
                                        <p:attrNameLst>
                                          <p:attrName>style.visibility</p:attrName>
                                        </p:attrNameLst>
                                      </p:cBhvr>
                                      <p:to>
                                        <p:strVal val="visible"/>
                                      </p:to>
                                    </p:set>
                                    <p:anim calcmode="lin" valueType="num">
                                      <p:cBhvr additive="base">
                                        <p:cTn dur="500"/>
                                        <p:tgtEl>
                                          <p:spTgt spid="11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120"/>
                                        </p:tgtEl>
                                        <p:attrNameLst>
                                          <p:attrName>style.visibility</p:attrName>
                                        </p:attrNameLst>
                                      </p:cBhvr>
                                      <p:to>
                                        <p:strVal val="visible"/>
                                      </p:to>
                                    </p:set>
                                    <p:anim calcmode="lin" valueType="num">
                                      <p:cBhvr additive="base">
                                        <p:cTn dur="500"/>
                                        <p:tgtEl>
                                          <p:spTgt spid="12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500"/>
                                        <p:tgtEl>
                                          <p:spTgt spid="12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122"/>
                                        </p:tgtEl>
                                        <p:attrNameLst>
                                          <p:attrName>style.visibility</p:attrName>
                                        </p:attrNameLst>
                                      </p:cBhvr>
                                      <p:to>
                                        <p:strVal val="visible"/>
                                      </p:to>
                                    </p:set>
                                    <p:anim calcmode="lin" valueType="num">
                                      <p:cBhvr additive="base">
                                        <p:cTn dur="500"/>
                                        <p:tgtEl>
                                          <p:spTgt spid="12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123"/>
                                        </p:tgtEl>
                                        <p:attrNameLst>
                                          <p:attrName>style.visibility</p:attrName>
                                        </p:attrNameLst>
                                      </p:cBhvr>
                                      <p:to>
                                        <p:strVal val="visible"/>
                                      </p:to>
                                    </p:set>
                                    <p:anim calcmode="lin" valueType="num">
                                      <p:cBhvr additive="base">
                                        <p:cTn dur="500"/>
                                        <p:tgtEl>
                                          <p:spTgt spid="12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124"/>
                                        </p:tgtEl>
                                        <p:attrNameLst>
                                          <p:attrName>style.visibility</p:attrName>
                                        </p:attrNameLst>
                                      </p:cBhvr>
                                      <p:to>
                                        <p:strVal val="visible"/>
                                      </p:to>
                                    </p:set>
                                    <p:anim calcmode="lin" valueType="num">
                                      <p:cBhvr additive="base">
                                        <p:cTn dur="500"/>
                                        <p:tgtEl>
                                          <p:spTgt spid="12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126"/>
                                        </p:tgtEl>
                                        <p:attrNameLst>
                                          <p:attrName>style.visibility</p:attrName>
                                        </p:attrNameLst>
                                      </p:cBhvr>
                                      <p:to>
                                        <p:strVal val="visible"/>
                                      </p:to>
                                    </p:set>
                                    <p:anim calcmode="lin" valueType="num">
                                      <p:cBhvr additive="base">
                                        <p:cTn dur="500"/>
                                        <p:tgtEl>
                                          <p:spTgt spid="12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127"/>
                                        </p:tgtEl>
                                        <p:attrNameLst>
                                          <p:attrName>style.visibility</p:attrName>
                                        </p:attrNameLst>
                                      </p:cBhvr>
                                      <p:to>
                                        <p:strVal val="visible"/>
                                      </p:to>
                                    </p:set>
                                    <p:anim calcmode="lin" valueType="num">
                                      <p:cBhvr additive="base">
                                        <p:cTn dur="500"/>
                                        <p:tgtEl>
                                          <p:spTgt spid="12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128"/>
                                        </p:tgtEl>
                                        <p:attrNameLst>
                                          <p:attrName>style.visibility</p:attrName>
                                        </p:attrNameLst>
                                      </p:cBhvr>
                                      <p:to>
                                        <p:strVal val="visible"/>
                                      </p:to>
                                    </p:set>
                                    <p:anim calcmode="lin" valueType="num">
                                      <p:cBhvr additive="base">
                                        <p:cTn dur="500"/>
                                        <p:tgtEl>
                                          <p:spTgt spid="12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129"/>
                                        </p:tgtEl>
                                        <p:attrNameLst>
                                          <p:attrName>style.visibility</p:attrName>
                                        </p:attrNameLst>
                                      </p:cBhvr>
                                      <p:to>
                                        <p:strVal val="visible"/>
                                      </p:to>
                                    </p:set>
                                    <p:anim calcmode="lin" valueType="num">
                                      <p:cBhvr additive="base">
                                        <p:cTn dur="500"/>
                                        <p:tgtEl>
                                          <p:spTgt spid="12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500"/>
                                        <p:tgtEl>
                                          <p:spTgt spid="13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132"/>
                                        </p:tgtEl>
                                        <p:attrNameLst>
                                          <p:attrName>style.visibility</p:attrName>
                                        </p:attrNameLst>
                                      </p:cBhvr>
                                      <p:to>
                                        <p:strVal val="visible"/>
                                      </p:to>
                                    </p:set>
                                    <p:anim calcmode="lin" valueType="num">
                                      <p:cBhvr additive="base">
                                        <p:cTn dur="500"/>
                                        <p:tgtEl>
                                          <p:spTgt spid="13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133"/>
                                        </p:tgtEl>
                                        <p:attrNameLst>
                                          <p:attrName>style.visibility</p:attrName>
                                        </p:attrNameLst>
                                      </p:cBhvr>
                                      <p:to>
                                        <p:strVal val="visible"/>
                                      </p:to>
                                    </p:set>
                                    <p:anim calcmode="lin" valueType="num">
                                      <p:cBhvr additive="base">
                                        <p:cTn dur="500"/>
                                        <p:tgtEl>
                                          <p:spTgt spid="13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134"/>
                                        </p:tgtEl>
                                        <p:attrNameLst>
                                          <p:attrName>style.visibility</p:attrName>
                                        </p:attrNameLst>
                                      </p:cBhvr>
                                      <p:to>
                                        <p:strVal val="visible"/>
                                      </p:to>
                                    </p:set>
                                    <p:anim calcmode="lin" valueType="num">
                                      <p:cBhvr additive="base">
                                        <p:cTn dur="500"/>
                                        <p:tgtEl>
                                          <p:spTgt spid="13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135"/>
                                        </p:tgtEl>
                                        <p:attrNameLst>
                                          <p:attrName>style.visibility</p:attrName>
                                        </p:attrNameLst>
                                      </p:cBhvr>
                                      <p:to>
                                        <p:strVal val="visible"/>
                                      </p:to>
                                    </p:set>
                                    <p:anim calcmode="lin" valueType="num">
                                      <p:cBhvr additive="base">
                                        <p:cTn dur="500"/>
                                        <p:tgtEl>
                                          <p:spTgt spid="13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500"/>
                                        <p:tgtEl>
                                          <p:spTgt spid="13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0"/>
                                  </p:stCondLst>
                                  <p:childTnLst>
                                    <p:set>
                                      <p:cBhvr>
                                        <p:cTn dur="1" fill="hold">
                                          <p:stCondLst>
                                            <p:cond delay="0"/>
                                          </p:stCondLst>
                                        </p:cTn>
                                        <p:tgtEl>
                                          <p:spTgt spid="137"/>
                                        </p:tgtEl>
                                        <p:attrNameLst>
                                          <p:attrName>style.visibility</p:attrName>
                                        </p:attrNameLst>
                                      </p:cBhvr>
                                      <p:to>
                                        <p:strVal val="visible"/>
                                      </p:to>
                                    </p:set>
                                    <p:anim calcmode="lin" valueType="num">
                                      <p:cBhvr additive="base">
                                        <p:cTn dur="500"/>
                                        <p:tgtEl>
                                          <p:spTgt spid="13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0"/>
                                  </p:stCondLst>
                                  <p:childTnLst>
                                    <p:set>
                                      <p:cBhvr>
                                        <p:cTn dur="1" fill="hold">
                                          <p:stCondLst>
                                            <p:cond delay="0"/>
                                          </p:stCondLst>
                                        </p:cTn>
                                        <p:tgtEl>
                                          <p:spTgt spid="138"/>
                                        </p:tgtEl>
                                        <p:attrNameLst>
                                          <p:attrName>style.visibility</p:attrName>
                                        </p:attrNameLst>
                                      </p:cBhvr>
                                      <p:to>
                                        <p:strVal val="visible"/>
                                      </p:to>
                                    </p:set>
                                    <p:anim calcmode="lin" valueType="num">
                                      <p:cBhvr additive="base">
                                        <p:cTn dur="500"/>
                                        <p:tgtEl>
                                          <p:spTgt spid="13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0"/>
                                  </p:stCondLst>
                                  <p:childTnLst>
                                    <p:set>
                                      <p:cBhvr>
                                        <p:cTn dur="1" fill="hold">
                                          <p:stCondLst>
                                            <p:cond delay="0"/>
                                          </p:stCondLst>
                                        </p:cTn>
                                        <p:tgtEl>
                                          <p:spTgt spid="139"/>
                                        </p:tgtEl>
                                        <p:attrNameLst>
                                          <p:attrName>style.visibility</p:attrName>
                                        </p:attrNameLst>
                                      </p:cBhvr>
                                      <p:to>
                                        <p:strVal val="visible"/>
                                      </p:to>
                                    </p:set>
                                    <p:anim calcmode="lin" valueType="num">
                                      <p:cBhvr additive="base">
                                        <p:cTn dur="500"/>
                                        <p:tgtEl>
                                          <p:spTgt spid="13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0"/>
                                  </p:stCondLst>
                                  <p:childTnLst>
                                    <p:set>
                                      <p:cBhvr>
                                        <p:cTn dur="1" fill="hold">
                                          <p:stCondLst>
                                            <p:cond delay="0"/>
                                          </p:stCondLst>
                                        </p:cTn>
                                        <p:tgtEl>
                                          <p:spTgt spid="140"/>
                                        </p:tgtEl>
                                        <p:attrNameLst>
                                          <p:attrName>style.visibility</p:attrName>
                                        </p:attrNameLst>
                                      </p:cBhvr>
                                      <p:to>
                                        <p:strVal val="visible"/>
                                      </p:to>
                                    </p:set>
                                    <p:anim calcmode="lin" valueType="num">
                                      <p:cBhvr additive="base">
                                        <p:cTn dur="500"/>
                                        <p:tgtEl>
                                          <p:spTgt spid="14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400"/>
                                  </p:stCondLst>
                                  <p:childTnLst>
                                    <p:set>
                                      <p:cBhvr>
                                        <p:cTn dur="1" fill="hold">
                                          <p:stCondLst>
                                            <p:cond delay="0"/>
                                          </p:stCondLst>
                                        </p:cTn>
                                        <p:tgtEl>
                                          <p:spTgt spid="141"/>
                                        </p:tgtEl>
                                        <p:attrNameLst>
                                          <p:attrName>style.visibility</p:attrName>
                                        </p:attrNameLst>
                                      </p:cBhvr>
                                      <p:to>
                                        <p:strVal val="visible"/>
                                      </p:to>
                                    </p:set>
                                    <p:anim calcmode="lin" valueType="num">
                                      <p:cBhvr additive="base">
                                        <p:cTn dur="500"/>
                                        <p:tgtEl>
                                          <p:spTgt spid="14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400"/>
                                  </p:stCondLst>
                                  <p:childTnLst>
                                    <p:set>
                                      <p:cBhvr>
                                        <p:cTn dur="1" fill="hold">
                                          <p:stCondLst>
                                            <p:cond delay="0"/>
                                          </p:stCondLst>
                                        </p:cTn>
                                        <p:tgtEl>
                                          <p:spTgt spid="142"/>
                                        </p:tgtEl>
                                        <p:attrNameLst>
                                          <p:attrName>style.visibility</p:attrName>
                                        </p:attrNameLst>
                                      </p:cBhvr>
                                      <p:to>
                                        <p:strVal val="visible"/>
                                      </p:to>
                                    </p:set>
                                    <p:anim calcmode="lin" valueType="num">
                                      <p:cBhvr additive="base">
                                        <p:cTn dur="500"/>
                                        <p:tgtEl>
                                          <p:spTgt spid="14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400"/>
                                  </p:stCondLst>
                                  <p:childTnLst>
                                    <p:set>
                                      <p:cBhvr>
                                        <p:cTn dur="1" fill="hold">
                                          <p:stCondLst>
                                            <p:cond delay="0"/>
                                          </p:stCondLst>
                                        </p:cTn>
                                        <p:tgtEl>
                                          <p:spTgt spid="143"/>
                                        </p:tgtEl>
                                        <p:attrNameLst>
                                          <p:attrName>style.visibility</p:attrName>
                                        </p:attrNameLst>
                                      </p:cBhvr>
                                      <p:to>
                                        <p:strVal val="visible"/>
                                      </p:to>
                                    </p:set>
                                    <p:anim calcmode="lin" valueType="num">
                                      <p:cBhvr additive="base">
                                        <p:cTn dur="500"/>
                                        <p:tgtEl>
                                          <p:spTgt spid="14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400"/>
                                  </p:stCondLst>
                                  <p:childTnLst>
                                    <p:set>
                                      <p:cBhvr>
                                        <p:cTn dur="1" fill="hold">
                                          <p:stCondLst>
                                            <p:cond delay="0"/>
                                          </p:stCondLst>
                                        </p:cTn>
                                        <p:tgtEl>
                                          <p:spTgt spid="144"/>
                                        </p:tgtEl>
                                        <p:attrNameLst>
                                          <p:attrName>style.visibility</p:attrName>
                                        </p:attrNameLst>
                                      </p:cBhvr>
                                      <p:to>
                                        <p:strVal val="visible"/>
                                      </p:to>
                                    </p:set>
                                    <p:anim calcmode="lin" valueType="num">
                                      <p:cBhvr additive="base">
                                        <p:cTn dur="500"/>
                                        <p:tgtEl>
                                          <p:spTgt spid="14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400"/>
                                  </p:stCondLst>
                                  <p:childTnLst>
                                    <p:set>
                                      <p:cBhvr>
                                        <p:cTn dur="1" fill="hold">
                                          <p:stCondLst>
                                            <p:cond delay="0"/>
                                          </p:stCondLst>
                                        </p:cTn>
                                        <p:tgtEl>
                                          <p:spTgt spid="145"/>
                                        </p:tgtEl>
                                        <p:attrNameLst>
                                          <p:attrName>style.visibility</p:attrName>
                                        </p:attrNameLst>
                                      </p:cBhvr>
                                      <p:to>
                                        <p:strVal val="visible"/>
                                      </p:to>
                                    </p:set>
                                    <p:anim calcmode="lin" valueType="num">
                                      <p:cBhvr additive="base">
                                        <p:cTn dur="500"/>
                                        <p:tgtEl>
                                          <p:spTgt spid="14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ph type="title"/>
          </p:nvPr>
        </p:nvSpPr>
        <p:spPr>
          <a:xfrm>
            <a:off x="548640" y="320040"/>
            <a:ext cx="11091672"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Proposed Solution</a:t>
            </a:r>
            <a:endParaRPr sz="3600"/>
          </a:p>
        </p:txBody>
      </p:sp>
      <p:sp>
        <p:nvSpPr>
          <p:cNvPr id="153" name="Google Shape;153;p8">
            <a:hlinkClick action="ppaction://hlinksldjump" r:id="rId3"/>
          </p:cNvPr>
          <p:cNvSpPr/>
          <p:nvPr/>
        </p:nvSpPr>
        <p:spPr>
          <a:xfrm>
            <a:off x="434340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4"/>
              </a:rPr>
              <a:t>1</a:t>
            </a:r>
            <a:endParaRPr b="0" i="0" sz="1000" u="none" cap="none" strike="noStrike">
              <a:solidFill>
                <a:schemeClr val="dk1"/>
              </a:solidFill>
              <a:latin typeface="Calibri"/>
              <a:ea typeface="Calibri"/>
              <a:cs typeface="Calibri"/>
              <a:sym typeface="Calibri"/>
            </a:endParaRPr>
          </a:p>
        </p:txBody>
      </p:sp>
      <p:sp>
        <p:nvSpPr>
          <p:cNvPr id="154" name="Google Shape;154;p8">
            <a:hlinkClick action="ppaction://hlinksldjump" r:id="rId5"/>
          </p:cNvPr>
          <p:cNvSpPr/>
          <p:nvPr/>
        </p:nvSpPr>
        <p:spPr>
          <a:xfrm>
            <a:off x="469087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6"/>
              </a:rPr>
              <a:t>2</a:t>
            </a:r>
            <a:endParaRPr b="0" i="0" sz="1000" u="none" cap="none" strike="noStrike">
              <a:solidFill>
                <a:schemeClr val="dk1"/>
              </a:solidFill>
              <a:latin typeface="Calibri"/>
              <a:ea typeface="Calibri"/>
              <a:cs typeface="Calibri"/>
              <a:sym typeface="Calibri"/>
            </a:endParaRPr>
          </a:p>
        </p:txBody>
      </p:sp>
      <p:sp>
        <p:nvSpPr>
          <p:cNvPr id="155" name="Google Shape;155;p8">
            <a:hlinkClick action="ppaction://hlinksldjump" r:id="rId7"/>
          </p:cNvPr>
          <p:cNvSpPr/>
          <p:nvPr/>
        </p:nvSpPr>
        <p:spPr>
          <a:xfrm>
            <a:off x="503834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8"/>
              </a:rPr>
              <a:t>3</a:t>
            </a:r>
            <a:endParaRPr b="0" i="0" sz="1000" u="none" cap="none" strike="noStrike">
              <a:solidFill>
                <a:schemeClr val="dk1"/>
              </a:solidFill>
              <a:latin typeface="Calibri"/>
              <a:ea typeface="Calibri"/>
              <a:cs typeface="Calibri"/>
              <a:sym typeface="Calibri"/>
            </a:endParaRPr>
          </a:p>
        </p:txBody>
      </p:sp>
      <p:sp>
        <p:nvSpPr>
          <p:cNvPr id="156" name="Google Shape;156;p8">
            <a:hlinkClick action="ppaction://hlinksldjump" r:id="rId9"/>
          </p:cNvPr>
          <p:cNvSpPr/>
          <p:nvPr/>
        </p:nvSpPr>
        <p:spPr>
          <a:xfrm>
            <a:off x="5385816" y="6419088"/>
            <a:ext cx="274320" cy="27432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0"/>
              </a:rPr>
              <a:t>4</a:t>
            </a:r>
            <a:endParaRPr b="0" i="0" sz="1000" u="none" cap="none" strike="noStrike">
              <a:solidFill>
                <a:schemeClr val="dk1"/>
              </a:solidFill>
              <a:latin typeface="Calibri"/>
              <a:ea typeface="Calibri"/>
              <a:cs typeface="Calibri"/>
              <a:sym typeface="Calibri"/>
            </a:endParaRPr>
          </a:p>
        </p:txBody>
      </p:sp>
      <p:sp>
        <p:nvSpPr>
          <p:cNvPr id="157" name="Google Shape;157;p8">
            <a:hlinkClick action="ppaction://hlinksldjump" r:id="rId11"/>
          </p:cNvPr>
          <p:cNvSpPr/>
          <p:nvPr/>
        </p:nvSpPr>
        <p:spPr>
          <a:xfrm>
            <a:off x="573328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2"/>
              </a:rPr>
              <a:t>5</a:t>
            </a:r>
            <a:endParaRPr b="0" i="0" sz="1000" u="none" cap="none" strike="noStrike">
              <a:solidFill>
                <a:schemeClr val="dk1"/>
              </a:solidFill>
              <a:latin typeface="Calibri"/>
              <a:ea typeface="Calibri"/>
              <a:cs typeface="Calibri"/>
              <a:sym typeface="Calibri"/>
            </a:endParaRPr>
          </a:p>
        </p:txBody>
      </p:sp>
      <p:sp>
        <p:nvSpPr>
          <p:cNvPr id="158" name="Google Shape;158;p8">
            <a:hlinkClick action="ppaction://hlinksldjump" r:id="rId13"/>
          </p:cNvPr>
          <p:cNvSpPr/>
          <p:nvPr/>
        </p:nvSpPr>
        <p:spPr>
          <a:xfrm>
            <a:off x="608076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4"/>
              </a:rPr>
              <a:t>6</a:t>
            </a:r>
            <a:endParaRPr b="0" i="0" sz="1000" u="none" cap="none" strike="noStrike">
              <a:solidFill>
                <a:schemeClr val="dk1"/>
              </a:solidFill>
              <a:latin typeface="Calibri"/>
              <a:ea typeface="Calibri"/>
              <a:cs typeface="Calibri"/>
              <a:sym typeface="Calibri"/>
            </a:endParaRPr>
          </a:p>
        </p:txBody>
      </p:sp>
      <p:sp>
        <p:nvSpPr>
          <p:cNvPr id="159" name="Google Shape;159;p8">
            <a:hlinkClick action="ppaction://hlinksldjump" r:id="rId15"/>
          </p:cNvPr>
          <p:cNvSpPr/>
          <p:nvPr/>
        </p:nvSpPr>
        <p:spPr>
          <a:xfrm>
            <a:off x="642823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6"/>
              </a:rPr>
              <a:t>7</a:t>
            </a:r>
            <a:endParaRPr b="0" i="0" sz="1000" u="none" cap="none" strike="noStrike">
              <a:solidFill>
                <a:schemeClr val="dk1"/>
              </a:solidFill>
              <a:latin typeface="Calibri"/>
              <a:ea typeface="Calibri"/>
              <a:cs typeface="Calibri"/>
              <a:sym typeface="Calibri"/>
            </a:endParaRPr>
          </a:p>
        </p:txBody>
      </p:sp>
      <p:sp>
        <p:nvSpPr>
          <p:cNvPr id="160" name="Google Shape;160;p8">
            <a:hlinkClick action="ppaction://hlinksldjump" r:id="rId17"/>
          </p:cNvPr>
          <p:cNvSpPr/>
          <p:nvPr/>
        </p:nvSpPr>
        <p:spPr>
          <a:xfrm>
            <a:off x="677570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8"/>
              </a:rPr>
              <a:t>8</a:t>
            </a:r>
            <a:endParaRPr b="0" i="0" sz="1000" u="none" cap="none" strike="noStrike">
              <a:solidFill>
                <a:schemeClr val="dk1"/>
              </a:solidFill>
              <a:latin typeface="Calibri"/>
              <a:ea typeface="Calibri"/>
              <a:cs typeface="Calibri"/>
              <a:sym typeface="Calibri"/>
            </a:endParaRPr>
          </a:p>
        </p:txBody>
      </p:sp>
      <p:sp>
        <p:nvSpPr>
          <p:cNvPr id="161" name="Google Shape;161;p8">
            <a:hlinkClick action="ppaction://hlinksldjump" r:id="rId19"/>
          </p:cNvPr>
          <p:cNvSpPr/>
          <p:nvPr/>
        </p:nvSpPr>
        <p:spPr>
          <a:xfrm>
            <a:off x="712317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0"/>
              </a:rPr>
              <a:t>9</a:t>
            </a:r>
            <a:endParaRPr b="0" i="0" sz="1000" u="none" cap="none" strike="noStrike">
              <a:solidFill>
                <a:schemeClr val="dk1"/>
              </a:solidFill>
              <a:latin typeface="Calibri"/>
              <a:ea typeface="Calibri"/>
              <a:cs typeface="Calibri"/>
              <a:sym typeface="Calibri"/>
            </a:endParaRPr>
          </a:p>
        </p:txBody>
      </p:sp>
      <p:sp>
        <p:nvSpPr>
          <p:cNvPr id="162" name="Google Shape;162;p8">
            <a:hlinkClick action="ppaction://hlinksldjump" r:id="rId21"/>
          </p:cNvPr>
          <p:cNvSpPr/>
          <p:nvPr/>
        </p:nvSpPr>
        <p:spPr>
          <a:xfrm>
            <a:off x="747064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2"/>
              </a:rPr>
              <a:t>10</a:t>
            </a:r>
            <a:endParaRPr b="0" i="0" sz="1000" u="none" cap="none" strike="noStrike">
              <a:solidFill>
                <a:schemeClr val="dk1"/>
              </a:solidFill>
              <a:latin typeface="Calibri"/>
              <a:ea typeface="Calibri"/>
              <a:cs typeface="Calibri"/>
              <a:sym typeface="Calibri"/>
            </a:endParaRPr>
          </a:p>
        </p:txBody>
      </p:sp>
      <p:sp>
        <p:nvSpPr>
          <p:cNvPr id="163" name="Google Shape;163;p8"/>
          <p:cNvSpPr txBox="1"/>
          <p:nvPr/>
        </p:nvSpPr>
        <p:spPr>
          <a:xfrm>
            <a:off x="548640" y="1143000"/>
            <a:ext cx="109728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600"/>
              <a:buFont typeface="Calibri"/>
              <a:buNone/>
            </a:pPr>
            <a:r>
              <a:rPr b="0" i="0" lang="en-US" sz="1600" u="none" cap="none" strike="noStrike">
                <a:solidFill>
                  <a:schemeClr val="accent5"/>
                </a:solidFill>
                <a:latin typeface="Calibri"/>
                <a:ea typeface="Calibri"/>
                <a:cs typeface="Calibri"/>
                <a:sym typeface="Calibri"/>
              </a:rPr>
              <a:t>Record a lecture, get structured notes with key terms soon after class.</a:t>
            </a:r>
            <a:endParaRPr b="0" i="0" sz="1600" u="none" cap="none" strike="noStrike">
              <a:solidFill>
                <a:schemeClr val="dk1"/>
              </a:solidFill>
              <a:latin typeface="Calibri"/>
              <a:ea typeface="Calibri"/>
              <a:cs typeface="Calibri"/>
              <a:sym typeface="Calibri"/>
            </a:endParaRPr>
          </a:p>
        </p:txBody>
      </p:sp>
      <p:sp>
        <p:nvSpPr>
          <p:cNvPr id="164" name="Google Shape;164;p8"/>
          <p:cNvSpPr/>
          <p:nvPr/>
        </p:nvSpPr>
        <p:spPr>
          <a:xfrm>
            <a:off x="548640" y="1691640"/>
            <a:ext cx="2011680" cy="210312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731520" y="187452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icrophone icon" id="166" name="Google Shape;166;p8"/>
          <p:cNvPicPr preferRelativeResize="0"/>
          <p:nvPr/>
        </p:nvPicPr>
        <p:blipFill rotWithShape="1">
          <a:blip r:embed="rId23">
            <a:alphaModFix/>
          </a:blip>
          <a:srcRect b="0" l="0" r="0" t="0"/>
          <a:stretch/>
        </p:blipFill>
        <p:spPr>
          <a:xfrm>
            <a:off x="857250" y="2000250"/>
            <a:ext cx="251460" cy="251460"/>
          </a:xfrm>
          <a:prstGeom prst="rect">
            <a:avLst/>
          </a:prstGeom>
          <a:noFill/>
          <a:ln>
            <a:noFill/>
          </a:ln>
        </p:spPr>
      </p:pic>
      <p:sp>
        <p:nvSpPr>
          <p:cNvPr id="167" name="Google Shape;167;p8"/>
          <p:cNvSpPr txBox="1"/>
          <p:nvPr/>
        </p:nvSpPr>
        <p:spPr>
          <a:xfrm>
            <a:off x="1874520" y="192024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accent5"/>
              </a:buClr>
              <a:buSzPts val="1200"/>
              <a:buFont typeface="Calibri"/>
              <a:buNone/>
            </a:pPr>
            <a:r>
              <a:rPr b="1" i="0" lang="en-US" sz="1200" u="none" cap="none" strike="noStrike">
                <a:solidFill>
                  <a:schemeClr val="accent5"/>
                </a:solidFill>
                <a:latin typeface="Calibri"/>
                <a:ea typeface="Calibri"/>
                <a:cs typeface="Calibri"/>
                <a:sym typeface="Calibri"/>
              </a:rPr>
              <a:t>01</a:t>
            </a:r>
            <a:endParaRPr b="0" i="0" sz="1200" u="none" cap="none" strike="noStrike">
              <a:solidFill>
                <a:schemeClr val="dk1"/>
              </a:solidFill>
              <a:latin typeface="Calibri"/>
              <a:ea typeface="Calibri"/>
              <a:cs typeface="Calibri"/>
              <a:sym typeface="Calibri"/>
            </a:endParaRPr>
          </a:p>
        </p:txBody>
      </p:sp>
      <p:sp>
        <p:nvSpPr>
          <p:cNvPr id="168" name="Google Shape;168;p8"/>
          <p:cNvSpPr txBox="1"/>
          <p:nvPr/>
        </p:nvSpPr>
        <p:spPr>
          <a:xfrm>
            <a:off x="731520" y="2560320"/>
            <a:ext cx="16916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Record</a:t>
            </a:r>
            <a:endParaRPr b="0" i="0" sz="1700" u="none" cap="none" strike="noStrike">
              <a:solidFill>
                <a:schemeClr val="dk1"/>
              </a:solidFill>
              <a:latin typeface="Calibri"/>
              <a:ea typeface="Calibri"/>
              <a:cs typeface="Calibri"/>
              <a:sym typeface="Calibri"/>
            </a:endParaRPr>
          </a:p>
        </p:txBody>
      </p:sp>
      <p:sp>
        <p:nvSpPr>
          <p:cNvPr id="169" name="Google Shape;169;p8"/>
          <p:cNvSpPr txBox="1"/>
          <p:nvPr/>
        </p:nvSpPr>
        <p:spPr>
          <a:xfrm>
            <a:off x="731520" y="2907792"/>
            <a:ext cx="16916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Phone mic in class, or upload an audio file of a </a:t>
            </a:r>
            <a:r>
              <a:rPr lang="en-US">
                <a:solidFill>
                  <a:schemeClr val="dk1"/>
                </a:solidFill>
                <a:latin typeface="Calibri"/>
                <a:ea typeface="Calibri"/>
                <a:cs typeface="Calibri"/>
                <a:sym typeface="Calibri"/>
              </a:rPr>
              <a:t>lecture or meeting</a:t>
            </a:r>
            <a:endParaRPr b="0" i="0" sz="1400" u="none" cap="none" strike="noStrike">
              <a:solidFill>
                <a:schemeClr val="dk1"/>
              </a:solidFill>
              <a:latin typeface="Calibri"/>
              <a:ea typeface="Calibri"/>
              <a:cs typeface="Calibri"/>
              <a:sym typeface="Calibri"/>
            </a:endParaRPr>
          </a:p>
        </p:txBody>
      </p:sp>
      <p:pic>
        <p:nvPicPr>
          <p:cNvPr descr="Next step" id="170" name="Google Shape;170;p8"/>
          <p:cNvPicPr preferRelativeResize="0"/>
          <p:nvPr/>
        </p:nvPicPr>
        <p:blipFill rotWithShape="1">
          <a:blip r:embed="rId24">
            <a:alphaModFix/>
          </a:blip>
          <a:srcRect b="0" l="0" r="0" t="0"/>
          <a:stretch/>
        </p:blipFill>
        <p:spPr>
          <a:xfrm>
            <a:off x="2624328" y="2606040"/>
            <a:ext cx="182880" cy="256032"/>
          </a:xfrm>
          <a:prstGeom prst="rect">
            <a:avLst/>
          </a:prstGeom>
          <a:noFill/>
          <a:ln>
            <a:noFill/>
          </a:ln>
        </p:spPr>
      </p:pic>
      <p:sp>
        <p:nvSpPr>
          <p:cNvPr id="171" name="Google Shape;171;p8"/>
          <p:cNvSpPr/>
          <p:nvPr/>
        </p:nvSpPr>
        <p:spPr>
          <a:xfrm>
            <a:off x="2816352" y="1691640"/>
            <a:ext cx="2011680" cy="210312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2999232" y="187452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losedCaptioning icon" id="173" name="Google Shape;173;p8"/>
          <p:cNvPicPr preferRelativeResize="0"/>
          <p:nvPr/>
        </p:nvPicPr>
        <p:blipFill rotWithShape="1">
          <a:blip r:embed="rId25">
            <a:alphaModFix/>
          </a:blip>
          <a:srcRect b="0" l="0" r="0" t="0"/>
          <a:stretch/>
        </p:blipFill>
        <p:spPr>
          <a:xfrm>
            <a:off x="3124962" y="2000250"/>
            <a:ext cx="251460" cy="251460"/>
          </a:xfrm>
          <a:prstGeom prst="rect">
            <a:avLst/>
          </a:prstGeom>
          <a:noFill/>
          <a:ln>
            <a:noFill/>
          </a:ln>
        </p:spPr>
      </p:pic>
      <p:sp>
        <p:nvSpPr>
          <p:cNvPr id="174" name="Google Shape;174;p8"/>
          <p:cNvSpPr txBox="1"/>
          <p:nvPr/>
        </p:nvSpPr>
        <p:spPr>
          <a:xfrm>
            <a:off x="4142232" y="192024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accent5"/>
              </a:buClr>
              <a:buSzPts val="1200"/>
              <a:buFont typeface="Calibri"/>
              <a:buNone/>
            </a:pPr>
            <a:r>
              <a:rPr b="1" i="0" lang="en-US" sz="1200" u="none" cap="none" strike="noStrike">
                <a:solidFill>
                  <a:schemeClr val="accent5"/>
                </a:solidFill>
                <a:latin typeface="Calibri"/>
                <a:ea typeface="Calibri"/>
                <a:cs typeface="Calibri"/>
                <a:sym typeface="Calibri"/>
              </a:rPr>
              <a:t>02</a:t>
            </a:r>
            <a:endParaRPr b="0" i="0" sz="1200" u="none" cap="none" strike="noStrike">
              <a:solidFill>
                <a:schemeClr val="dk1"/>
              </a:solidFill>
              <a:latin typeface="Calibri"/>
              <a:ea typeface="Calibri"/>
              <a:cs typeface="Calibri"/>
              <a:sym typeface="Calibri"/>
            </a:endParaRPr>
          </a:p>
        </p:txBody>
      </p:sp>
      <p:sp>
        <p:nvSpPr>
          <p:cNvPr id="175" name="Google Shape;175;p8"/>
          <p:cNvSpPr txBox="1"/>
          <p:nvPr/>
        </p:nvSpPr>
        <p:spPr>
          <a:xfrm>
            <a:off x="2999232" y="2560320"/>
            <a:ext cx="16916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Transcribe</a:t>
            </a:r>
            <a:endParaRPr b="0" i="0" sz="1700" u="none" cap="none" strike="noStrike">
              <a:solidFill>
                <a:schemeClr val="dk1"/>
              </a:solidFill>
              <a:latin typeface="Calibri"/>
              <a:ea typeface="Calibri"/>
              <a:cs typeface="Calibri"/>
              <a:sym typeface="Calibri"/>
            </a:endParaRPr>
          </a:p>
        </p:txBody>
      </p:sp>
      <p:sp>
        <p:nvSpPr>
          <p:cNvPr id="176" name="Google Shape;176;p8"/>
          <p:cNvSpPr txBox="1"/>
          <p:nvPr/>
        </p:nvSpPr>
        <p:spPr>
          <a:xfrm>
            <a:off x="2999232" y="2907792"/>
            <a:ext cx="16916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Hinglish speech to text with timestamps</a:t>
            </a:r>
            <a:endParaRPr b="0" i="0" sz="1400" u="none" cap="none" strike="noStrike">
              <a:solidFill>
                <a:schemeClr val="dk1"/>
              </a:solidFill>
              <a:latin typeface="Calibri"/>
              <a:ea typeface="Calibri"/>
              <a:cs typeface="Calibri"/>
              <a:sym typeface="Calibri"/>
            </a:endParaRPr>
          </a:p>
        </p:txBody>
      </p:sp>
      <p:pic>
        <p:nvPicPr>
          <p:cNvPr descr="Next step" id="177" name="Google Shape;177;p8"/>
          <p:cNvPicPr preferRelativeResize="0"/>
          <p:nvPr/>
        </p:nvPicPr>
        <p:blipFill rotWithShape="1">
          <a:blip r:embed="rId24">
            <a:alphaModFix/>
          </a:blip>
          <a:srcRect b="0" l="0" r="0" t="0"/>
          <a:stretch/>
        </p:blipFill>
        <p:spPr>
          <a:xfrm>
            <a:off x="4892040" y="2606040"/>
            <a:ext cx="182880" cy="256032"/>
          </a:xfrm>
          <a:prstGeom prst="rect">
            <a:avLst/>
          </a:prstGeom>
          <a:noFill/>
          <a:ln>
            <a:noFill/>
          </a:ln>
        </p:spPr>
      </p:pic>
      <p:sp>
        <p:nvSpPr>
          <p:cNvPr id="178" name="Google Shape;178;p8"/>
          <p:cNvSpPr/>
          <p:nvPr/>
        </p:nvSpPr>
        <p:spPr>
          <a:xfrm>
            <a:off x="5084064" y="1691640"/>
            <a:ext cx="2011680" cy="210312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5266944" y="187452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pellCheck icon" id="180" name="Google Shape;180;p8"/>
          <p:cNvPicPr preferRelativeResize="0"/>
          <p:nvPr/>
        </p:nvPicPr>
        <p:blipFill rotWithShape="1">
          <a:blip r:embed="rId26">
            <a:alphaModFix/>
          </a:blip>
          <a:srcRect b="0" l="0" r="0" t="0"/>
          <a:stretch/>
        </p:blipFill>
        <p:spPr>
          <a:xfrm>
            <a:off x="5392674" y="2000250"/>
            <a:ext cx="251460" cy="251460"/>
          </a:xfrm>
          <a:prstGeom prst="rect">
            <a:avLst/>
          </a:prstGeom>
          <a:noFill/>
          <a:ln>
            <a:noFill/>
          </a:ln>
        </p:spPr>
      </p:pic>
      <p:sp>
        <p:nvSpPr>
          <p:cNvPr id="181" name="Google Shape;181;p8"/>
          <p:cNvSpPr txBox="1"/>
          <p:nvPr/>
        </p:nvSpPr>
        <p:spPr>
          <a:xfrm>
            <a:off x="6409944" y="192024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accent5"/>
              </a:buClr>
              <a:buSzPts val="1200"/>
              <a:buFont typeface="Calibri"/>
              <a:buNone/>
            </a:pPr>
            <a:r>
              <a:rPr b="1" i="0" lang="en-US" sz="1200" u="none" cap="none" strike="noStrike">
                <a:solidFill>
                  <a:schemeClr val="accent5"/>
                </a:solidFill>
                <a:latin typeface="Calibri"/>
                <a:ea typeface="Calibri"/>
                <a:cs typeface="Calibri"/>
                <a:sym typeface="Calibri"/>
              </a:rPr>
              <a:t>03</a:t>
            </a:r>
            <a:endParaRPr b="0" i="0" sz="1200" u="none" cap="none" strike="noStrike">
              <a:solidFill>
                <a:schemeClr val="dk1"/>
              </a:solidFill>
              <a:latin typeface="Calibri"/>
              <a:ea typeface="Calibri"/>
              <a:cs typeface="Calibri"/>
              <a:sym typeface="Calibri"/>
            </a:endParaRPr>
          </a:p>
        </p:txBody>
      </p:sp>
      <p:sp>
        <p:nvSpPr>
          <p:cNvPr id="182" name="Google Shape;182;p8"/>
          <p:cNvSpPr txBox="1"/>
          <p:nvPr/>
        </p:nvSpPr>
        <p:spPr>
          <a:xfrm>
            <a:off x="5266944" y="2560320"/>
            <a:ext cx="16916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Clean up</a:t>
            </a:r>
            <a:endParaRPr b="0" i="0" sz="1700" u="none" cap="none" strike="noStrike">
              <a:solidFill>
                <a:schemeClr val="dk1"/>
              </a:solidFill>
              <a:latin typeface="Calibri"/>
              <a:ea typeface="Calibri"/>
              <a:cs typeface="Calibri"/>
              <a:sym typeface="Calibri"/>
            </a:endParaRPr>
          </a:p>
        </p:txBody>
      </p:sp>
      <p:sp>
        <p:nvSpPr>
          <p:cNvPr id="183" name="Google Shape;183;p8"/>
          <p:cNvSpPr txBox="1"/>
          <p:nvPr/>
        </p:nvSpPr>
        <p:spPr>
          <a:xfrm>
            <a:off x="5266944" y="2907792"/>
            <a:ext cx="16916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Fix subject terms, remove fillers, split by topic</a:t>
            </a:r>
            <a:endParaRPr b="0" i="0" sz="1400" u="none" cap="none" strike="noStrike">
              <a:solidFill>
                <a:schemeClr val="dk1"/>
              </a:solidFill>
              <a:latin typeface="Calibri"/>
              <a:ea typeface="Calibri"/>
              <a:cs typeface="Calibri"/>
              <a:sym typeface="Calibri"/>
            </a:endParaRPr>
          </a:p>
        </p:txBody>
      </p:sp>
      <p:pic>
        <p:nvPicPr>
          <p:cNvPr descr="Next step" id="184" name="Google Shape;184;p8"/>
          <p:cNvPicPr preferRelativeResize="0"/>
          <p:nvPr/>
        </p:nvPicPr>
        <p:blipFill rotWithShape="1">
          <a:blip r:embed="rId24">
            <a:alphaModFix/>
          </a:blip>
          <a:srcRect b="0" l="0" r="0" t="0"/>
          <a:stretch/>
        </p:blipFill>
        <p:spPr>
          <a:xfrm>
            <a:off x="7159752" y="2606040"/>
            <a:ext cx="182880" cy="256032"/>
          </a:xfrm>
          <a:prstGeom prst="rect">
            <a:avLst/>
          </a:prstGeom>
          <a:noFill/>
          <a:ln>
            <a:noFill/>
          </a:ln>
        </p:spPr>
      </p:pic>
      <p:sp>
        <p:nvSpPr>
          <p:cNvPr id="185" name="Google Shape;185;p8"/>
          <p:cNvSpPr/>
          <p:nvPr/>
        </p:nvSpPr>
        <p:spPr>
          <a:xfrm>
            <a:off x="7351776" y="1691640"/>
            <a:ext cx="2011680" cy="210312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p:nvPr/>
        </p:nvSpPr>
        <p:spPr>
          <a:xfrm>
            <a:off x="7534656" y="187452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leAlt icon" id="187" name="Google Shape;187;p8"/>
          <p:cNvPicPr preferRelativeResize="0"/>
          <p:nvPr/>
        </p:nvPicPr>
        <p:blipFill rotWithShape="1">
          <a:blip r:embed="rId27">
            <a:alphaModFix/>
          </a:blip>
          <a:srcRect b="0" l="0" r="0" t="0"/>
          <a:stretch/>
        </p:blipFill>
        <p:spPr>
          <a:xfrm>
            <a:off x="7660386" y="2000250"/>
            <a:ext cx="251460" cy="251460"/>
          </a:xfrm>
          <a:prstGeom prst="rect">
            <a:avLst/>
          </a:prstGeom>
          <a:noFill/>
          <a:ln>
            <a:noFill/>
          </a:ln>
        </p:spPr>
      </p:pic>
      <p:sp>
        <p:nvSpPr>
          <p:cNvPr id="188" name="Google Shape;188;p8"/>
          <p:cNvSpPr txBox="1"/>
          <p:nvPr/>
        </p:nvSpPr>
        <p:spPr>
          <a:xfrm>
            <a:off x="8677656" y="192024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accent5"/>
              </a:buClr>
              <a:buSzPts val="1200"/>
              <a:buFont typeface="Calibri"/>
              <a:buNone/>
            </a:pPr>
            <a:r>
              <a:rPr b="1" i="0" lang="en-US" sz="1200" u="none" cap="none" strike="noStrike">
                <a:solidFill>
                  <a:schemeClr val="accent5"/>
                </a:solidFill>
                <a:latin typeface="Calibri"/>
                <a:ea typeface="Calibri"/>
                <a:cs typeface="Calibri"/>
                <a:sym typeface="Calibri"/>
              </a:rPr>
              <a:t>04</a:t>
            </a:r>
            <a:endParaRPr b="0" i="0" sz="1200" u="none" cap="none" strike="noStrike">
              <a:solidFill>
                <a:schemeClr val="dk1"/>
              </a:solidFill>
              <a:latin typeface="Calibri"/>
              <a:ea typeface="Calibri"/>
              <a:cs typeface="Calibri"/>
              <a:sym typeface="Calibri"/>
            </a:endParaRPr>
          </a:p>
        </p:txBody>
      </p:sp>
      <p:sp>
        <p:nvSpPr>
          <p:cNvPr id="189" name="Google Shape;189;p8"/>
          <p:cNvSpPr txBox="1"/>
          <p:nvPr/>
        </p:nvSpPr>
        <p:spPr>
          <a:xfrm>
            <a:off x="7534656" y="2560320"/>
            <a:ext cx="16916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Make notes</a:t>
            </a:r>
            <a:endParaRPr b="0" i="0" sz="1700" u="none" cap="none" strike="noStrike">
              <a:solidFill>
                <a:schemeClr val="dk1"/>
              </a:solidFill>
              <a:latin typeface="Calibri"/>
              <a:ea typeface="Calibri"/>
              <a:cs typeface="Calibri"/>
              <a:sym typeface="Calibri"/>
            </a:endParaRPr>
          </a:p>
        </p:txBody>
      </p:sp>
      <p:sp>
        <p:nvSpPr>
          <p:cNvPr id="190" name="Google Shape;190;p8"/>
          <p:cNvSpPr txBox="1"/>
          <p:nvPr/>
        </p:nvSpPr>
        <p:spPr>
          <a:xfrm>
            <a:off x="7534656" y="2907792"/>
            <a:ext cx="16916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Headings, definitions, formulas, summary, exam flags</a:t>
            </a:r>
            <a:endParaRPr b="0" i="0" sz="1400" u="none" cap="none" strike="noStrike">
              <a:solidFill>
                <a:schemeClr val="dk1"/>
              </a:solidFill>
              <a:latin typeface="Calibri"/>
              <a:ea typeface="Calibri"/>
              <a:cs typeface="Calibri"/>
              <a:sym typeface="Calibri"/>
            </a:endParaRPr>
          </a:p>
        </p:txBody>
      </p:sp>
      <p:pic>
        <p:nvPicPr>
          <p:cNvPr descr="Next step" id="191" name="Google Shape;191;p8"/>
          <p:cNvPicPr preferRelativeResize="0"/>
          <p:nvPr/>
        </p:nvPicPr>
        <p:blipFill rotWithShape="1">
          <a:blip r:embed="rId24">
            <a:alphaModFix/>
          </a:blip>
          <a:srcRect b="0" l="0" r="0" t="0"/>
          <a:stretch/>
        </p:blipFill>
        <p:spPr>
          <a:xfrm>
            <a:off x="9427464" y="2606040"/>
            <a:ext cx="182880" cy="256032"/>
          </a:xfrm>
          <a:prstGeom prst="rect">
            <a:avLst/>
          </a:prstGeom>
          <a:noFill/>
          <a:ln>
            <a:noFill/>
          </a:ln>
        </p:spPr>
      </p:pic>
      <p:sp>
        <p:nvSpPr>
          <p:cNvPr id="192" name="Google Shape;192;p8"/>
          <p:cNvSpPr/>
          <p:nvPr/>
        </p:nvSpPr>
        <p:spPr>
          <a:xfrm>
            <a:off x="9619488" y="1691640"/>
            <a:ext cx="2011680" cy="210312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9802368" y="187452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yncAlt icon" id="194" name="Google Shape;194;p8"/>
          <p:cNvPicPr preferRelativeResize="0"/>
          <p:nvPr/>
        </p:nvPicPr>
        <p:blipFill rotWithShape="1">
          <a:blip r:embed="rId28">
            <a:alphaModFix/>
          </a:blip>
          <a:srcRect b="0" l="0" r="0" t="0"/>
          <a:stretch/>
        </p:blipFill>
        <p:spPr>
          <a:xfrm>
            <a:off x="9928098" y="2000250"/>
            <a:ext cx="251460" cy="251460"/>
          </a:xfrm>
          <a:prstGeom prst="rect">
            <a:avLst/>
          </a:prstGeom>
          <a:noFill/>
          <a:ln>
            <a:noFill/>
          </a:ln>
        </p:spPr>
      </p:pic>
      <p:sp>
        <p:nvSpPr>
          <p:cNvPr id="195" name="Google Shape;195;p8"/>
          <p:cNvSpPr txBox="1"/>
          <p:nvPr/>
        </p:nvSpPr>
        <p:spPr>
          <a:xfrm>
            <a:off x="10945368" y="192024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accent5"/>
              </a:buClr>
              <a:buSzPts val="1200"/>
              <a:buFont typeface="Calibri"/>
              <a:buNone/>
            </a:pPr>
            <a:r>
              <a:rPr b="1" i="0" lang="en-US" sz="1200" u="none" cap="none" strike="noStrike">
                <a:solidFill>
                  <a:schemeClr val="accent5"/>
                </a:solidFill>
                <a:latin typeface="Calibri"/>
                <a:ea typeface="Calibri"/>
                <a:cs typeface="Calibri"/>
                <a:sym typeface="Calibri"/>
              </a:rPr>
              <a:t>05</a:t>
            </a:r>
            <a:endParaRPr b="0" i="0" sz="1200" u="none" cap="none" strike="noStrike">
              <a:solidFill>
                <a:schemeClr val="dk1"/>
              </a:solidFill>
              <a:latin typeface="Calibri"/>
              <a:ea typeface="Calibri"/>
              <a:cs typeface="Calibri"/>
              <a:sym typeface="Calibri"/>
            </a:endParaRPr>
          </a:p>
        </p:txBody>
      </p:sp>
      <p:sp>
        <p:nvSpPr>
          <p:cNvPr id="196" name="Google Shape;196;p8"/>
          <p:cNvSpPr txBox="1"/>
          <p:nvPr/>
        </p:nvSpPr>
        <p:spPr>
          <a:xfrm>
            <a:off x="9802368" y="2560320"/>
            <a:ext cx="16916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Revise</a:t>
            </a:r>
            <a:endParaRPr b="0" i="0" sz="1700" u="none" cap="none" strike="noStrike">
              <a:solidFill>
                <a:schemeClr val="dk1"/>
              </a:solidFill>
              <a:latin typeface="Calibri"/>
              <a:ea typeface="Calibri"/>
              <a:cs typeface="Calibri"/>
              <a:sym typeface="Calibri"/>
            </a:endParaRPr>
          </a:p>
        </p:txBody>
      </p:sp>
      <p:sp>
        <p:nvSpPr>
          <p:cNvPr id="197" name="Google Shape;197;p8"/>
          <p:cNvSpPr txBox="1"/>
          <p:nvPr/>
        </p:nvSpPr>
        <p:spPr>
          <a:xfrm>
            <a:off x="9802368" y="2907792"/>
            <a:ext cx="16916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Search, flashcards and practice questions</a:t>
            </a:r>
            <a:endParaRPr b="0" i="0" sz="1400" u="none" cap="none" strike="noStrike">
              <a:solidFill>
                <a:schemeClr val="dk1"/>
              </a:solidFill>
              <a:latin typeface="Calibri"/>
              <a:ea typeface="Calibri"/>
              <a:cs typeface="Calibri"/>
              <a:sym typeface="Calibri"/>
            </a:endParaRPr>
          </a:p>
        </p:txBody>
      </p:sp>
      <p:sp>
        <p:nvSpPr>
          <p:cNvPr id="198" name="Google Shape;198;p8"/>
          <p:cNvSpPr/>
          <p:nvPr/>
        </p:nvSpPr>
        <p:spPr>
          <a:xfrm>
            <a:off x="548640" y="3977640"/>
            <a:ext cx="5486400" cy="1783080"/>
          </a:xfrm>
          <a:prstGeom prst="roundRect">
            <a:avLst>
              <a:gd fmla="val 7179"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txBox="1"/>
          <p:nvPr/>
        </p:nvSpPr>
        <p:spPr>
          <a:xfrm>
            <a:off x="777240" y="4133088"/>
            <a:ext cx="5029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2"/>
              </a:buClr>
              <a:buSzPts val="1100"/>
              <a:buFont typeface="Calibri"/>
              <a:buNone/>
            </a:pPr>
            <a:r>
              <a:rPr b="1" i="0" lang="en-US" sz="1100" u="none" cap="none" strike="noStrike">
                <a:solidFill>
                  <a:schemeClr val="accent2"/>
                </a:solidFill>
                <a:latin typeface="Calibri"/>
                <a:ea typeface="Calibri"/>
                <a:cs typeface="Calibri"/>
                <a:sym typeface="Calibri"/>
              </a:rPr>
              <a:t>THE TEACHER SAYS</a:t>
            </a:r>
            <a:endParaRPr b="0" i="0" sz="1100" u="none" cap="none" strike="noStrike">
              <a:solidFill>
                <a:schemeClr val="dk1"/>
              </a:solidFill>
              <a:latin typeface="Calibri"/>
              <a:ea typeface="Calibri"/>
              <a:cs typeface="Calibri"/>
              <a:sym typeface="Calibri"/>
            </a:endParaRPr>
          </a:p>
        </p:txBody>
      </p:sp>
      <p:sp>
        <p:nvSpPr>
          <p:cNvPr id="200" name="Google Shape;200;p8"/>
          <p:cNvSpPr txBox="1"/>
          <p:nvPr/>
        </p:nvSpPr>
        <p:spPr>
          <a:xfrm>
            <a:off x="777240" y="4453128"/>
            <a:ext cx="50292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800"/>
              <a:buFont typeface="Calibri"/>
              <a:buNone/>
            </a:pPr>
            <a:r>
              <a:rPr b="0" i="0" lang="en-US" sz="1800" u="none" cap="none" strike="noStrike">
                <a:solidFill>
                  <a:schemeClr val="accent1"/>
                </a:solidFill>
                <a:latin typeface="Calibri"/>
                <a:ea typeface="Calibri"/>
                <a:cs typeface="Calibri"/>
                <a:sym typeface="Calibri"/>
              </a:rPr>
              <a:t>Toh yahan pe </a:t>
            </a:r>
            <a:r>
              <a:rPr b="0" i="0" lang="en-US" sz="1800" u="none" cap="none" strike="noStrike">
                <a:solidFill>
                  <a:schemeClr val="accent2"/>
                </a:solidFill>
                <a:latin typeface="Calibri"/>
                <a:ea typeface="Calibri"/>
                <a:cs typeface="Calibri"/>
                <a:sym typeface="Calibri"/>
              </a:rPr>
              <a:t>pointer </a:t>
            </a:r>
            <a:r>
              <a:rPr b="0" i="0" lang="en-US" sz="1800" u="none" cap="none" strike="noStrike">
                <a:solidFill>
                  <a:schemeClr val="accent1"/>
                </a:solidFill>
                <a:latin typeface="Calibri"/>
                <a:ea typeface="Calibri"/>
                <a:cs typeface="Calibri"/>
                <a:sym typeface="Calibri"/>
              </a:rPr>
              <a:t>ko </a:t>
            </a:r>
            <a:r>
              <a:rPr b="0" i="0" lang="en-US" sz="1800" u="none" cap="none" strike="noStrike">
                <a:solidFill>
                  <a:schemeClr val="accent2"/>
                </a:solidFill>
                <a:latin typeface="Calibri"/>
                <a:ea typeface="Calibri"/>
                <a:cs typeface="Calibri"/>
                <a:sym typeface="Calibri"/>
              </a:rPr>
              <a:t>dereference </a:t>
            </a:r>
            <a:r>
              <a:rPr b="0" i="0" lang="en-US" sz="1800" u="none" cap="none" strike="noStrike">
                <a:solidFill>
                  <a:schemeClr val="accent1"/>
                </a:solidFill>
                <a:latin typeface="Calibri"/>
                <a:ea typeface="Calibri"/>
                <a:cs typeface="Calibri"/>
                <a:sym typeface="Calibri"/>
              </a:rPr>
              <a:t>karenge, matlab </a:t>
            </a:r>
            <a:r>
              <a:rPr b="0" i="0" lang="en-US" sz="1800" u="none" cap="none" strike="noStrike">
                <a:solidFill>
                  <a:schemeClr val="accent2"/>
                </a:solidFill>
                <a:latin typeface="Calibri"/>
                <a:ea typeface="Calibri"/>
                <a:cs typeface="Calibri"/>
                <a:sym typeface="Calibri"/>
              </a:rPr>
              <a:t>address </a:t>
            </a:r>
            <a:r>
              <a:rPr b="0" i="0" lang="en-US" sz="1800" u="none" cap="none" strike="noStrike">
                <a:solidFill>
                  <a:schemeClr val="accent1"/>
                </a:solidFill>
                <a:latin typeface="Calibri"/>
                <a:ea typeface="Calibri"/>
                <a:cs typeface="Calibri"/>
                <a:sym typeface="Calibri"/>
              </a:rPr>
              <a:t>pe jo </a:t>
            </a:r>
            <a:r>
              <a:rPr b="0" i="0" lang="en-US" sz="1800" u="none" cap="none" strike="noStrike">
                <a:solidFill>
                  <a:schemeClr val="accent2"/>
                </a:solidFill>
                <a:latin typeface="Calibri"/>
                <a:ea typeface="Calibri"/>
                <a:cs typeface="Calibri"/>
                <a:sym typeface="Calibri"/>
              </a:rPr>
              <a:t>value </a:t>
            </a:r>
            <a:r>
              <a:rPr b="0" i="0" lang="en-US" sz="1800" u="none" cap="none" strike="noStrike">
                <a:solidFill>
                  <a:schemeClr val="accent1"/>
                </a:solidFill>
                <a:latin typeface="Calibri"/>
                <a:ea typeface="Calibri"/>
                <a:cs typeface="Calibri"/>
                <a:sym typeface="Calibri"/>
              </a:rPr>
              <a:t>hai woh mil jayegi.</a:t>
            </a:r>
            <a:endParaRPr b="0" i="0" sz="1800" u="none" cap="none" strike="noStrike">
              <a:solidFill>
                <a:schemeClr val="dk1"/>
              </a:solidFill>
              <a:latin typeface="Calibri"/>
              <a:ea typeface="Calibri"/>
              <a:cs typeface="Calibri"/>
              <a:sym typeface="Calibri"/>
            </a:endParaRPr>
          </a:p>
        </p:txBody>
      </p:sp>
      <p:sp>
        <p:nvSpPr>
          <p:cNvPr id="201" name="Google Shape;201;p8"/>
          <p:cNvSpPr txBox="1"/>
          <p:nvPr/>
        </p:nvSpPr>
        <p:spPr>
          <a:xfrm>
            <a:off x="777240" y="534924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200"/>
              <a:buFont typeface="Calibri"/>
              <a:buNone/>
            </a:pPr>
            <a:r>
              <a:rPr b="0" i="0" lang="en-US" sz="1200" u="none" cap="none" strike="noStrike">
                <a:solidFill>
                  <a:schemeClr val="accent1"/>
                </a:solidFill>
                <a:latin typeface="Calibri"/>
                <a:ea typeface="Calibri"/>
                <a:cs typeface="Calibri"/>
                <a:sym typeface="Calibri"/>
              </a:rPr>
              <a:t>● Hindi    </a:t>
            </a:r>
            <a:r>
              <a:rPr b="0" i="0" lang="en-US" sz="1200" u="none" cap="none" strike="noStrike">
                <a:solidFill>
                  <a:schemeClr val="accent2"/>
                </a:solidFill>
                <a:latin typeface="Calibri"/>
                <a:ea typeface="Calibri"/>
                <a:cs typeface="Calibri"/>
                <a:sym typeface="Calibri"/>
              </a:rPr>
              <a:t>● English</a:t>
            </a:r>
            <a:endParaRPr b="0" i="0" sz="1200" u="none" cap="none" strike="noStrike">
              <a:solidFill>
                <a:schemeClr val="dk1"/>
              </a:solidFill>
              <a:latin typeface="Calibri"/>
              <a:ea typeface="Calibri"/>
              <a:cs typeface="Calibri"/>
              <a:sym typeface="Calibri"/>
            </a:endParaRPr>
          </a:p>
        </p:txBody>
      </p:sp>
      <p:pic>
        <p:nvPicPr>
          <p:cNvPr descr="Speech becomes notes" id="202" name="Google Shape;202;p8"/>
          <p:cNvPicPr preferRelativeResize="0"/>
          <p:nvPr/>
        </p:nvPicPr>
        <p:blipFill rotWithShape="1">
          <a:blip r:embed="rId29">
            <a:alphaModFix/>
          </a:blip>
          <a:srcRect b="0" l="0" r="0" t="0"/>
          <a:stretch/>
        </p:blipFill>
        <p:spPr>
          <a:xfrm>
            <a:off x="6199632" y="4709160"/>
            <a:ext cx="411480" cy="411480"/>
          </a:xfrm>
          <a:prstGeom prst="rect">
            <a:avLst/>
          </a:prstGeom>
          <a:noFill/>
          <a:ln>
            <a:noFill/>
          </a:ln>
        </p:spPr>
      </p:pic>
      <p:sp>
        <p:nvSpPr>
          <p:cNvPr id="203" name="Google Shape;203;p8"/>
          <p:cNvSpPr/>
          <p:nvPr/>
        </p:nvSpPr>
        <p:spPr>
          <a:xfrm>
            <a:off x="6766560" y="3977640"/>
            <a:ext cx="4873752" cy="1783080"/>
          </a:xfrm>
          <a:prstGeom prst="roundRect">
            <a:avLst>
              <a:gd fmla="val 717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txBox="1"/>
          <p:nvPr/>
        </p:nvSpPr>
        <p:spPr>
          <a:xfrm>
            <a:off x="6995160" y="4133088"/>
            <a:ext cx="43891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THE STUDENT GETS</a:t>
            </a:r>
            <a:endParaRPr b="0" i="0" sz="1100" u="none" cap="none" strike="noStrike">
              <a:solidFill>
                <a:schemeClr val="dk1"/>
              </a:solidFill>
              <a:latin typeface="Calibri"/>
              <a:ea typeface="Calibri"/>
              <a:cs typeface="Calibri"/>
              <a:sym typeface="Calibri"/>
            </a:endParaRPr>
          </a:p>
        </p:txBody>
      </p:sp>
      <p:sp>
        <p:nvSpPr>
          <p:cNvPr id="205" name="Google Shape;205;p8"/>
          <p:cNvSpPr txBox="1"/>
          <p:nvPr/>
        </p:nvSpPr>
        <p:spPr>
          <a:xfrm>
            <a:off x="6995160" y="4434840"/>
            <a:ext cx="43891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800"/>
              <a:buFont typeface="Cambria"/>
              <a:buNone/>
            </a:pPr>
            <a:r>
              <a:rPr b="1" i="0" lang="en-US" sz="1800" u="none" cap="none" strike="noStrike">
                <a:solidFill>
                  <a:schemeClr val="dk2"/>
                </a:solidFill>
                <a:latin typeface="Cambria"/>
                <a:ea typeface="Cambria"/>
                <a:cs typeface="Cambria"/>
                <a:sym typeface="Cambria"/>
              </a:rPr>
              <a:t>Pointer dereferencing</a:t>
            </a:r>
            <a:endParaRPr b="0" i="0" sz="1800" u="none" cap="none" strike="noStrike">
              <a:solidFill>
                <a:schemeClr val="dk1"/>
              </a:solidFill>
              <a:latin typeface="Calibri"/>
              <a:ea typeface="Calibri"/>
              <a:cs typeface="Calibri"/>
              <a:sym typeface="Calibri"/>
            </a:endParaRPr>
          </a:p>
        </p:txBody>
      </p:sp>
      <p:sp>
        <p:nvSpPr>
          <p:cNvPr id="206" name="Google Shape;206;p8"/>
          <p:cNvSpPr txBox="1"/>
          <p:nvPr/>
        </p:nvSpPr>
        <p:spPr>
          <a:xfrm>
            <a:off x="6995160" y="4800600"/>
            <a:ext cx="44348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Reads the value stored at the address a pointer holds.</a:t>
            </a:r>
            <a:endParaRPr b="0" i="0" sz="1400" u="none" cap="none" strike="noStrike">
              <a:solidFill>
                <a:schemeClr val="dk1"/>
              </a:solidFill>
              <a:latin typeface="Calibri"/>
              <a:ea typeface="Calibri"/>
              <a:cs typeface="Calibri"/>
              <a:sym typeface="Calibri"/>
            </a:endParaRPr>
          </a:p>
        </p:txBody>
      </p:sp>
      <p:sp>
        <p:nvSpPr>
          <p:cNvPr id="207" name="Google Shape;207;p8"/>
          <p:cNvSpPr/>
          <p:nvPr/>
        </p:nvSpPr>
        <p:spPr>
          <a:xfrm>
            <a:off x="6995160" y="5349240"/>
            <a:ext cx="1463040" cy="292608"/>
          </a:xfrm>
          <a:prstGeom prst="roundRect">
            <a:avLst>
              <a:gd fmla="val 50000" name="adj"/>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US" sz="1100" u="none" cap="none" strike="noStrike">
                <a:solidFill>
                  <a:schemeClr val="dk2"/>
                </a:solidFill>
                <a:latin typeface="Calibri"/>
                <a:ea typeface="Calibri"/>
                <a:cs typeface="Calibri"/>
                <a:sym typeface="Calibri"/>
              </a:rPr>
              <a:t>★ Exam-important</a:t>
            </a:r>
            <a:endParaRPr b="0" i="0" sz="1100" u="none" cap="none" strike="noStrike">
              <a:solidFill>
                <a:schemeClr val="dk1"/>
              </a:solidFill>
              <a:latin typeface="Calibri"/>
              <a:ea typeface="Calibri"/>
              <a:cs typeface="Calibri"/>
              <a:sym typeface="Calibri"/>
            </a:endParaRPr>
          </a:p>
        </p:txBody>
      </p:sp>
      <p:sp>
        <p:nvSpPr>
          <p:cNvPr id="208" name="Google Shape;208;p8"/>
          <p:cNvSpPr/>
          <p:nvPr/>
        </p:nvSpPr>
        <p:spPr>
          <a:xfrm>
            <a:off x="8549640" y="5349240"/>
            <a:ext cx="1828800" cy="292608"/>
          </a:xfrm>
          <a:prstGeom prst="roundRect">
            <a:avLst>
              <a:gd fmla="val 50000" name="adj"/>
            </a:avLst>
          </a:prstGeom>
          <a:solidFill>
            <a:schemeClr val="accent3"/>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100"/>
              <a:buFont typeface="Calibri"/>
              <a:buNone/>
            </a:pPr>
            <a:r>
              <a:rPr b="1" i="0" lang="en-US" sz="1100" u="none" cap="none" strike="noStrike">
                <a:solidFill>
                  <a:schemeClr val="lt1"/>
                </a:solidFill>
                <a:latin typeface="Calibri"/>
                <a:ea typeface="Calibri"/>
                <a:cs typeface="Calibri"/>
                <a:sym typeface="Calibri"/>
              </a:rPr>
              <a:t>Key term: dereference</a:t>
            </a:r>
            <a:endParaRPr b="0" i="0" sz="1100" u="none" cap="none" strike="noStrike">
              <a:solidFill>
                <a:schemeClr val="dk1"/>
              </a:solidFill>
              <a:latin typeface="Calibri"/>
              <a:ea typeface="Calibri"/>
              <a:cs typeface="Calibri"/>
              <a:sym typeface="Calibri"/>
            </a:endParaRPr>
          </a:p>
        </p:txBody>
      </p:sp>
      <p:sp>
        <p:nvSpPr>
          <p:cNvPr id="209" name="Google Shape;209;p8"/>
          <p:cNvSpPr/>
          <p:nvPr/>
        </p:nvSpPr>
        <p:spPr>
          <a:xfrm>
            <a:off x="10469880" y="5349240"/>
            <a:ext cx="822960" cy="292608"/>
          </a:xfrm>
          <a:prstGeom prst="roundRect">
            <a:avLst>
              <a:gd fmla="val 50000" name="adj"/>
            </a:avLst>
          </a:prstGeom>
          <a:solidFill>
            <a:schemeClr val="lt1"/>
          </a:solidFill>
          <a:ln cap="flat" cmpd="sng" w="12700">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2"/>
              </a:buClr>
              <a:buSzPts val="1100"/>
              <a:buFont typeface="Calibri"/>
              <a:buNone/>
            </a:pPr>
            <a:r>
              <a:rPr b="1" i="0" lang="en-US" sz="1100" u="none" cap="none" strike="noStrike">
                <a:solidFill>
                  <a:schemeClr val="dk2"/>
                </a:solidFill>
                <a:latin typeface="Calibri"/>
                <a:ea typeface="Calibri"/>
                <a:cs typeface="Calibri"/>
                <a:sym typeface="Calibri"/>
              </a:rPr>
              <a:t>► 12:42</a:t>
            </a:r>
            <a:endParaRPr b="0" i="0" sz="1100" u="none" cap="none" strike="noStrike">
              <a:solidFill>
                <a:schemeClr val="dk1"/>
              </a:solidFill>
              <a:latin typeface="Calibri"/>
              <a:ea typeface="Calibri"/>
              <a:cs typeface="Calibri"/>
              <a:sym typeface="Calibri"/>
            </a:endParaRPr>
          </a:p>
        </p:txBody>
      </p:sp>
      <p:sp>
        <p:nvSpPr>
          <p:cNvPr id="210" name="Google Shape;210;p8"/>
          <p:cNvSpPr txBox="1"/>
          <p:nvPr/>
        </p:nvSpPr>
        <p:spPr>
          <a:xfrm>
            <a:off x="548640" y="5943600"/>
            <a:ext cx="110642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500"/>
              <a:buFont typeface="Calibri"/>
              <a:buNone/>
            </a:pPr>
            <a:r>
              <a:rPr b="1" i="1" lang="en-US" sz="1500" u="none" cap="none" strike="noStrike">
                <a:solidFill>
                  <a:schemeClr val="accent3"/>
                </a:solidFill>
                <a:latin typeface="Calibri"/>
                <a:ea typeface="Calibri"/>
                <a:cs typeface="Calibri"/>
                <a:sym typeface="Calibri"/>
              </a:rPr>
              <a:t>Every note links back to the exact moment in the recording, so students can check it.</a:t>
            </a:r>
            <a:endParaRPr b="0" i="0" sz="1500" u="none" cap="none" strike="noStrike">
              <a:solidFill>
                <a:schemeClr val="dk1"/>
              </a:solidFill>
              <a:latin typeface="Calibri"/>
              <a:ea typeface="Calibri"/>
              <a:cs typeface="Calibri"/>
              <a:sym typeface="Calibri"/>
            </a:endParaRPr>
          </a:p>
        </p:txBody>
      </p:sp>
      <p:sp>
        <p:nvSpPr>
          <p:cNvPr id="211" name="Google Shape;211;p8"/>
          <p:cNvSpPr txBox="1"/>
          <p:nvPr>
            <p:ph idx="4294967295" type="sldNum"/>
          </p:nvPr>
        </p:nvSpPr>
        <p:spPr>
          <a:xfrm>
            <a:off x="11155680" y="6419088"/>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par>
                                <p:cTn fill="hold" nodeType="withEffect" presetClass="entr" presetID="2" presetSubtype="4">
                                  <p:stCondLst>
                                    <p:cond delay="200"/>
                                  </p:stCondLst>
                                  <p:childTnLst>
                                    <p:set>
                                      <p:cBhvr>
                                        <p:cTn dur="1" fill="hold">
                                          <p:stCondLst>
                                            <p:cond delay="0"/>
                                          </p:stCondLst>
                                        </p:cTn>
                                        <p:tgtEl>
                                          <p:spTgt spid="164"/>
                                        </p:tgtEl>
                                        <p:attrNameLst>
                                          <p:attrName>style.visibility</p:attrName>
                                        </p:attrNameLst>
                                      </p:cBhvr>
                                      <p:to>
                                        <p:strVal val="visible"/>
                                      </p:to>
                                    </p:set>
                                    <p:anim calcmode="lin" valueType="num">
                                      <p:cBhvr additive="base">
                                        <p:cTn dur="500"/>
                                        <p:tgtEl>
                                          <p:spTgt spid="16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500"/>
                                        <p:tgtEl>
                                          <p:spTgt spid="16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166"/>
                                        </p:tgtEl>
                                        <p:attrNameLst>
                                          <p:attrName>style.visibility</p:attrName>
                                        </p:attrNameLst>
                                      </p:cBhvr>
                                      <p:to>
                                        <p:strVal val="visible"/>
                                      </p:to>
                                    </p:set>
                                    <p:anim calcmode="lin" valueType="num">
                                      <p:cBhvr additive="base">
                                        <p:cTn dur="500"/>
                                        <p:tgtEl>
                                          <p:spTgt spid="16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167"/>
                                        </p:tgtEl>
                                        <p:attrNameLst>
                                          <p:attrName>style.visibility</p:attrName>
                                        </p:attrNameLst>
                                      </p:cBhvr>
                                      <p:to>
                                        <p:strVal val="visible"/>
                                      </p:to>
                                    </p:set>
                                    <p:anim calcmode="lin" valueType="num">
                                      <p:cBhvr additive="base">
                                        <p:cTn dur="500"/>
                                        <p:tgtEl>
                                          <p:spTgt spid="16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168"/>
                                        </p:tgtEl>
                                        <p:attrNameLst>
                                          <p:attrName>style.visibility</p:attrName>
                                        </p:attrNameLst>
                                      </p:cBhvr>
                                      <p:to>
                                        <p:strVal val="visible"/>
                                      </p:to>
                                    </p:set>
                                    <p:anim calcmode="lin" valueType="num">
                                      <p:cBhvr additive="base">
                                        <p:cTn dur="500"/>
                                        <p:tgtEl>
                                          <p:spTgt spid="16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169"/>
                                        </p:tgtEl>
                                        <p:attrNameLst>
                                          <p:attrName>style.visibility</p:attrName>
                                        </p:attrNameLst>
                                      </p:cBhvr>
                                      <p:to>
                                        <p:strVal val="visible"/>
                                      </p:to>
                                    </p:set>
                                    <p:anim calcmode="lin" valueType="num">
                                      <p:cBhvr additive="base">
                                        <p:cTn dur="500"/>
                                        <p:tgtEl>
                                          <p:spTgt spid="169"/>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32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par>
                                <p:cTn fill="hold" nodeType="withEffect" presetClass="entr" presetID="2" presetSubtype="4">
                                  <p:stCondLst>
                                    <p:cond delay="440"/>
                                  </p:stCondLst>
                                  <p:childTnLst>
                                    <p:set>
                                      <p:cBhvr>
                                        <p:cTn dur="1" fill="hold">
                                          <p:stCondLst>
                                            <p:cond delay="0"/>
                                          </p:stCondLst>
                                        </p:cTn>
                                        <p:tgtEl>
                                          <p:spTgt spid="171"/>
                                        </p:tgtEl>
                                        <p:attrNameLst>
                                          <p:attrName>style.visibility</p:attrName>
                                        </p:attrNameLst>
                                      </p:cBhvr>
                                      <p:to>
                                        <p:strVal val="visible"/>
                                      </p:to>
                                    </p:set>
                                    <p:anim calcmode="lin" valueType="num">
                                      <p:cBhvr additive="base">
                                        <p:cTn dur="500"/>
                                        <p:tgtEl>
                                          <p:spTgt spid="17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40"/>
                                  </p:stCondLst>
                                  <p:childTnLst>
                                    <p:set>
                                      <p:cBhvr>
                                        <p:cTn dur="1" fill="hold">
                                          <p:stCondLst>
                                            <p:cond delay="0"/>
                                          </p:stCondLst>
                                        </p:cTn>
                                        <p:tgtEl>
                                          <p:spTgt spid="172"/>
                                        </p:tgtEl>
                                        <p:attrNameLst>
                                          <p:attrName>style.visibility</p:attrName>
                                        </p:attrNameLst>
                                      </p:cBhvr>
                                      <p:to>
                                        <p:strVal val="visible"/>
                                      </p:to>
                                    </p:set>
                                    <p:anim calcmode="lin" valueType="num">
                                      <p:cBhvr additive="base">
                                        <p:cTn dur="500"/>
                                        <p:tgtEl>
                                          <p:spTgt spid="17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40"/>
                                  </p:stCondLst>
                                  <p:childTnLst>
                                    <p:set>
                                      <p:cBhvr>
                                        <p:cTn dur="1" fill="hold">
                                          <p:stCondLst>
                                            <p:cond delay="0"/>
                                          </p:stCondLst>
                                        </p:cTn>
                                        <p:tgtEl>
                                          <p:spTgt spid="173"/>
                                        </p:tgtEl>
                                        <p:attrNameLst>
                                          <p:attrName>style.visibility</p:attrName>
                                        </p:attrNameLst>
                                      </p:cBhvr>
                                      <p:to>
                                        <p:strVal val="visible"/>
                                      </p:to>
                                    </p:set>
                                    <p:anim calcmode="lin" valueType="num">
                                      <p:cBhvr additive="base">
                                        <p:cTn dur="500"/>
                                        <p:tgtEl>
                                          <p:spTgt spid="17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40"/>
                                  </p:stCondLst>
                                  <p:childTnLst>
                                    <p:set>
                                      <p:cBhvr>
                                        <p:cTn dur="1" fill="hold">
                                          <p:stCondLst>
                                            <p:cond delay="0"/>
                                          </p:stCondLst>
                                        </p:cTn>
                                        <p:tgtEl>
                                          <p:spTgt spid="174"/>
                                        </p:tgtEl>
                                        <p:attrNameLst>
                                          <p:attrName>style.visibility</p:attrName>
                                        </p:attrNameLst>
                                      </p:cBhvr>
                                      <p:to>
                                        <p:strVal val="visible"/>
                                      </p:to>
                                    </p:set>
                                    <p:anim calcmode="lin" valueType="num">
                                      <p:cBhvr additive="base">
                                        <p:cTn dur="500"/>
                                        <p:tgtEl>
                                          <p:spTgt spid="17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40"/>
                                  </p:stCondLst>
                                  <p:childTnLst>
                                    <p:set>
                                      <p:cBhvr>
                                        <p:cTn dur="1" fill="hold">
                                          <p:stCondLst>
                                            <p:cond delay="0"/>
                                          </p:stCondLst>
                                        </p:cTn>
                                        <p:tgtEl>
                                          <p:spTgt spid="175"/>
                                        </p:tgtEl>
                                        <p:attrNameLst>
                                          <p:attrName>style.visibility</p:attrName>
                                        </p:attrNameLst>
                                      </p:cBhvr>
                                      <p:to>
                                        <p:strVal val="visible"/>
                                      </p:to>
                                    </p:set>
                                    <p:anim calcmode="lin" valueType="num">
                                      <p:cBhvr additive="base">
                                        <p:cTn dur="500"/>
                                        <p:tgtEl>
                                          <p:spTgt spid="1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40"/>
                                  </p:stCondLst>
                                  <p:childTnLst>
                                    <p:set>
                                      <p:cBhvr>
                                        <p:cTn dur="1" fill="hold">
                                          <p:stCondLst>
                                            <p:cond delay="0"/>
                                          </p:stCondLst>
                                        </p:cTn>
                                        <p:tgtEl>
                                          <p:spTgt spid="176"/>
                                        </p:tgtEl>
                                        <p:attrNameLst>
                                          <p:attrName>style.visibility</p:attrName>
                                        </p:attrNameLst>
                                      </p:cBhvr>
                                      <p:to>
                                        <p:strVal val="visible"/>
                                      </p:to>
                                    </p:set>
                                    <p:anim calcmode="lin" valueType="num">
                                      <p:cBhvr additive="base">
                                        <p:cTn dur="500"/>
                                        <p:tgtEl>
                                          <p:spTgt spid="176"/>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56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par>
                                <p:cTn fill="hold" nodeType="withEffect" presetClass="entr" presetID="2" presetSubtype="4">
                                  <p:stCondLst>
                                    <p:cond delay="68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500"/>
                                        <p:tgtEl>
                                          <p:spTgt spid="17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80"/>
                                  </p:stCondLst>
                                  <p:childTnLst>
                                    <p:set>
                                      <p:cBhvr>
                                        <p:cTn dur="1" fill="hold">
                                          <p:stCondLst>
                                            <p:cond delay="0"/>
                                          </p:stCondLst>
                                        </p:cTn>
                                        <p:tgtEl>
                                          <p:spTgt spid="179"/>
                                        </p:tgtEl>
                                        <p:attrNameLst>
                                          <p:attrName>style.visibility</p:attrName>
                                        </p:attrNameLst>
                                      </p:cBhvr>
                                      <p:to>
                                        <p:strVal val="visible"/>
                                      </p:to>
                                    </p:set>
                                    <p:anim calcmode="lin" valueType="num">
                                      <p:cBhvr additive="base">
                                        <p:cTn dur="500"/>
                                        <p:tgtEl>
                                          <p:spTgt spid="17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80"/>
                                  </p:stCondLst>
                                  <p:childTnLst>
                                    <p:set>
                                      <p:cBhvr>
                                        <p:cTn dur="1" fill="hold">
                                          <p:stCondLst>
                                            <p:cond delay="0"/>
                                          </p:stCondLst>
                                        </p:cTn>
                                        <p:tgtEl>
                                          <p:spTgt spid="180"/>
                                        </p:tgtEl>
                                        <p:attrNameLst>
                                          <p:attrName>style.visibility</p:attrName>
                                        </p:attrNameLst>
                                      </p:cBhvr>
                                      <p:to>
                                        <p:strVal val="visible"/>
                                      </p:to>
                                    </p:set>
                                    <p:anim calcmode="lin" valueType="num">
                                      <p:cBhvr additive="base">
                                        <p:cTn dur="500"/>
                                        <p:tgtEl>
                                          <p:spTgt spid="18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8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500"/>
                                        <p:tgtEl>
                                          <p:spTgt spid="18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80"/>
                                  </p:stCondLst>
                                  <p:childTnLst>
                                    <p:set>
                                      <p:cBhvr>
                                        <p:cTn dur="1" fill="hold">
                                          <p:stCondLst>
                                            <p:cond delay="0"/>
                                          </p:stCondLst>
                                        </p:cTn>
                                        <p:tgtEl>
                                          <p:spTgt spid="182"/>
                                        </p:tgtEl>
                                        <p:attrNameLst>
                                          <p:attrName>style.visibility</p:attrName>
                                        </p:attrNameLst>
                                      </p:cBhvr>
                                      <p:to>
                                        <p:strVal val="visible"/>
                                      </p:to>
                                    </p:set>
                                    <p:anim calcmode="lin" valueType="num">
                                      <p:cBhvr additive="base">
                                        <p:cTn dur="500"/>
                                        <p:tgtEl>
                                          <p:spTgt spid="18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80"/>
                                  </p:stCondLst>
                                  <p:childTnLst>
                                    <p:set>
                                      <p:cBhvr>
                                        <p:cTn dur="1" fill="hold">
                                          <p:stCondLst>
                                            <p:cond delay="0"/>
                                          </p:stCondLst>
                                        </p:cTn>
                                        <p:tgtEl>
                                          <p:spTgt spid="183"/>
                                        </p:tgtEl>
                                        <p:attrNameLst>
                                          <p:attrName>style.visibility</p:attrName>
                                        </p:attrNameLst>
                                      </p:cBhvr>
                                      <p:to>
                                        <p:strVal val="visible"/>
                                      </p:to>
                                    </p:set>
                                    <p:anim calcmode="lin" valueType="num">
                                      <p:cBhvr additive="base">
                                        <p:cTn dur="500"/>
                                        <p:tgtEl>
                                          <p:spTgt spid="183"/>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80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par>
                                <p:cTn fill="hold" nodeType="withEffect" presetClass="entr" presetID="2" presetSubtype="4">
                                  <p:stCondLst>
                                    <p:cond delay="919"/>
                                  </p:stCondLst>
                                  <p:childTnLst>
                                    <p:set>
                                      <p:cBhvr>
                                        <p:cTn dur="1" fill="hold">
                                          <p:stCondLst>
                                            <p:cond delay="0"/>
                                          </p:stCondLst>
                                        </p:cTn>
                                        <p:tgtEl>
                                          <p:spTgt spid="185"/>
                                        </p:tgtEl>
                                        <p:attrNameLst>
                                          <p:attrName>style.visibility</p:attrName>
                                        </p:attrNameLst>
                                      </p:cBhvr>
                                      <p:to>
                                        <p:strVal val="visible"/>
                                      </p:to>
                                    </p:set>
                                    <p:anim calcmode="lin" valueType="num">
                                      <p:cBhvr additive="base">
                                        <p:cTn dur="500"/>
                                        <p:tgtEl>
                                          <p:spTgt spid="18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919"/>
                                  </p:stCondLst>
                                  <p:childTnLst>
                                    <p:set>
                                      <p:cBhvr>
                                        <p:cTn dur="1" fill="hold">
                                          <p:stCondLst>
                                            <p:cond delay="0"/>
                                          </p:stCondLst>
                                        </p:cTn>
                                        <p:tgtEl>
                                          <p:spTgt spid="186"/>
                                        </p:tgtEl>
                                        <p:attrNameLst>
                                          <p:attrName>style.visibility</p:attrName>
                                        </p:attrNameLst>
                                      </p:cBhvr>
                                      <p:to>
                                        <p:strVal val="visible"/>
                                      </p:to>
                                    </p:set>
                                    <p:anim calcmode="lin" valueType="num">
                                      <p:cBhvr additive="base">
                                        <p:cTn dur="500"/>
                                        <p:tgtEl>
                                          <p:spTgt spid="18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919"/>
                                  </p:stCondLst>
                                  <p:childTnLst>
                                    <p:set>
                                      <p:cBhvr>
                                        <p:cTn dur="1" fill="hold">
                                          <p:stCondLst>
                                            <p:cond delay="0"/>
                                          </p:stCondLst>
                                        </p:cTn>
                                        <p:tgtEl>
                                          <p:spTgt spid="187"/>
                                        </p:tgtEl>
                                        <p:attrNameLst>
                                          <p:attrName>style.visibility</p:attrName>
                                        </p:attrNameLst>
                                      </p:cBhvr>
                                      <p:to>
                                        <p:strVal val="visible"/>
                                      </p:to>
                                    </p:set>
                                    <p:anim calcmode="lin" valueType="num">
                                      <p:cBhvr additive="base">
                                        <p:cTn dur="500"/>
                                        <p:tgtEl>
                                          <p:spTgt spid="18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919"/>
                                  </p:stCondLst>
                                  <p:childTnLst>
                                    <p:set>
                                      <p:cBhvr>
                                        <p:cTn dur="1" fill="hold">
                                          <p:stCondLst>
                                            <p:cond delay="0"/>
                                          </p:stCondLst>
                                        </p:cTn>
                                        <p:tgtEl>
                                          <p:spTgt spid="188"/>
                                        </p:tgtEl>
                                        <p:attrNameLst>
                                          <p:attrName>style.visibility</p:attrName>
                                        </p:attrNameLst>
                                      </p:cBhvr>
                                      <p:to>
                                        <p:strVal val="visible"/>
                                      </p:to>
                                    </p:set>
                                    <p:anim calcmode="lin" valueType="num">
                                      <p:cBhvr additive="base">
                                        <p:cTn dur="500"/>
                                        <p:tgtEl>
                                          <p:spTgt spid="18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919"/>
                                  </p:stCondLst>
                                  <p:childTnLst>
                                    <p:set>
                                      <p:cBhvr>
                                        <p:cTn dur="1" fill="hold">
                                          <p:stCondLst>
                                            <p:cond delay="0"/>
                                          </p:stCondLst>
                                        </p:cTn>
                                        <p:tgtEl>
                                          <p:spTgt spid="189"/>
                                        </p:tgtEl>
                                        <p:attrNameLst>
                                          <p:attrName>style.visibility</p:attrName>
                                        </p:attrNameLst>
                                      </p:cBhvr>
                                      <p:to>
                                        <p:strVal val="visible"/>
                                      </p:to>
                                    </p:set>
                                    <p:anim calcmode="lin" valueType="num">
                                      <p:cBhvr additive="base">
                                        <p:cTn dur="500"/>
                                        <p:tgtEl>
                                          <p:spTgt spid="18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919"/>
                                  </p:stCondLst>
                                  <p:childTnLst>
                                    <p:set>
                                      <p:cBhvr>
                                        <p:cTn dur="1" fill="hold">
                                          <p:stCondLst>
                                            <p:cond delay="0"/>
                                          </p:stCondLst>
                                        </p:cTn>
                                        <p:tgtEl>
                                          <p:spTgt spid="190"/>
                                        </p:tgtEl>
                                        <p:attrNameLst>
                                          <p:attrName>style.visibility</p:attrName>
                                        </p:attrNameLst>
                                      </p:cBhvr>
                                      <p:to>
                                        <p:strVal val="visible"/>
                                      </p:to>
                                    </p:set>
                                    <p:anim calcmode="lin" valueType="num">
                                      <p:cBhvr additive="base">
                                        <p:cTn dur="500"/>
                                        <p:tgtEl>
                                          <p:spTgt spid="190"/>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1039"/>
                                  </p:stCondLst>
                                  <p:childTnLst>
                                    <p:set>
                                      <p:cBhvr>
                                        <p:cTn dur="1" fill="hold">
                                          <p:stCondLst>
                                            <p:cond delay="0"/>
                                          </p:stCondLst>
                                        </p:cTn>
                                        <p:tgtEl>
                                          <p:spTgt spid="191"/>
                                        </p:tgtEl>
                                        <p:attrNameLst>
                                          <p:attrName>style.visibility</p:attrName>
                                        </p:attrNameLst>
                                      </p:cBhvr>
                                      <p:to>
                                        <p:strVal val="visible"/>
                                      </p:to>
                                    </p:set>
                                    <p:animEffect filter="fade" transition="in">
                                      <p:cBhvr>
                                        <p:cTn dur="500"/>
                                        <p:tgtEl>
                                          <p:spTgt spid="191"/>
                                        </p:tgtEl>
                                      </p:cBhvr>
                                    </p:animEffect>
                                  </p:childTnLst>
                                </p:cTn>
                              </p:par>
                              <p:par>
                                <p:cTn fill="hold" nodeType="withEffect" presetClass="entr" presetID="2" presetSubtype="4">
                                  <p:stCondLst>
                                    <p:cond delay="1160"/>
                                  </p:stCondLst>
                                  <p:childTnLst>
                                    <p:set>
                                      <p:cBhvr>
                                        <p:cTn dur="1" fill="hold">
                                          <p:stCondLst>
                                            <p:cond delay="0"/>
                                          </p:stCondLst>
                                        </p:cTn>
                                        <p:tgtEl>
                                          <p:spTgt spid="192"/>
                                        </p:tgtEl>
                                        <p:attrNameLst>
                                          <p:attrName>style.visibility</p:attrName>
                                        </p:attrNameLst>
                                      </p:cBhvr>
                                      <p:to>
                                        <p:strVal val="visible"/>
                                      </p:to>
                                    </p:set>
                                    <p:anim calcmode="lin" valueType="num">
                                      <p:cBhvr additive="base">
                                        <p:cTn dur="500"/>
                                        <p:tgtEl>
                                          <p:spTgt spid="1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160"/>
                                  </p:stCondLst>
                                  <p:childTnLst>
                                    <p:set>
                                      <p:cBhvr>
                                        <p:cTn dur="1" fill="hold">
                                          <p:stCondLst>
                                            <p:cond delay="0"/>
                                          </p:stCondLst>
                                        </p:cTn>
                                        <p:tgtEl>
                                          <p:spTgt spid="193"/>
                                        </p:tgtEl>
                                        <p:attrNameLst>
                                          <p:attrName>style.visibility</p:attrName>
                                        </p:attrNameLst>
                                      </p:cBhvr>
                                      <p:to>
                                        <p:strVal val="visible"/>
                                      </p:to>
                                    </p:set>
                                    <p:anim calcmode="lin" valueType="num">
                                      <p:cBhvr additive="base">
                                        <p:cTn dur="500"/>
                                        <p:tgtEl>
                                          <p:spTgt spid="19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160"/>
                                  </p:stCondLst>
                                  <p:childTnLst>
                                    <p:set>
                                      <p:cBhvr>
                                        <p:cTn dur="1" fill="hold">
                                          <p:stCondLst>
                                            <p:cond delay="0"/>
                                          </p:stCondLst>
                                        </p:cTn>
                                        <p:tgtEl>
                                          <p:spTgt spid="194"/>
                                        </p:tgtEl>
                                        <p:attrNameLst>
                                          <p:attrName>style.visibility</p:attrName>
                                        </p:attrNameLst>
                                      </p:cBhvr>
                                      <p:to>
                                        <p:strVal val="visible"/>
                                      </p:to>
                                    </p:set>
                                    <p:anim calcmode="lin" valueType="num">
                                      <p:cBhvr additive="base">
                                        <p:cTn dur="500"/>
                                        <p:tgtEl>
                                          <p:spTgt spid="19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160"/>
                                  </p:stCondLst>
                                  <p:childTnLst>
                                    <p:set>
                                      <p:cBhvr>
                                        <p:cTn dur="1" fill="hold">
                                          <p:stCondLst>
                                            <p:cond delay="0"/>
                                          </p:stCondLst>
                                        </p:cTn>
                                        <p:tgtEl>
                                          <p:spTgt spid="195"/>
                                        </p:tgtEl>
                                        <p:attrNameLst>
                                          <p:attrName>style.visibility</p:attrName>
                                        </p:attrNameLst>
                                      </p:cBhvr>
                                      <p:to>
                                        <p:strVal val="visible"/>
                                      </p:to>
                                    </p:set>
                                    <p:anim calcmode="lin" valueType="num">
                                      <p:cBhvr additive="base">
                                        <p:cTn dur="500"/>
                                        <p:tgtEl>
                                          <p:spTgt spid="19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160"/>
                                  </p:stCondLst>
                                  <p:childTnLst>
                                    <p:set>
                                      <p:cBhvr>
                                        <p:cTn dur="1" fill="hold">
                                          <p:stCondLst>
                                            <p:cond delay="0"/>
                                          </p:stCondLst>
                                        </p:cTn>
                                        <p:tgtEl>
                                          <p:spTgt spid="196"/>
                                        </p:tgtEl>
                                        <p:attrNameLst>
                                          <p:attrName>style.visibility</p:attrName>
                                        </p:attrNameLst>
                                      </p:cBhvr>
                                      <p:to>
                                        <p:strVal val="visible"/>
                                      </p:to>
                                    </p:set>
                                    <p:anim calcmode="lin" valueType="num">
                                      <p:cBhvr additive="base">
                                        <p:cTn dur="500"/>
                                        <p:tgtEl>
                                          <p:spTgt spid="19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160"/>
                                  </p:stCondLst>
                                  <p:childTnLst>
                                    <p:set>
                                      <p:cBhvr>
                                        <p:cTn dur="1" fill="hold">
                                          <p:stCondLst>
                                            <p:cond delay="0"/>
                                          </p:stCondLst>
                                        </p:cTn>
                                        <p:tgtEl>
                                          <p:spTgt spid="197"/>
                                        </p:tgtEl>
                                        <p:attrNameLst>
                                          <p:attrName>style.visibility</p:attrName>
                                        </p:attrNameLst>
                                      </p:cBhvr>
                                      <p:to>
                                        <p:strVal val="visible"/>
                                      </p:to>
                                    </p:set>
                                    <p:anim calcmode="lin" valueType="num">
                                      <p:cBhvr additive="base">
                                        <p:cTn dur="500"/>
                                        <p:tgtEl>
                                          <p:spTgt spid="19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8"/>
                                        </p:tgtEl>
                                        <p:attrNameLst>
                                          <p:attrName>style.visibility</p:attrName>
                                        </p:attrNameLst>
                                      </p:cBhvr>
                                      <p:to>
                                        <p:strVal val="visible"/>
                                      </p:to>
                                    </p:set>
                                    <p:anim calcmode="lin" valueType="num">
                                      <p:cBhvr additive="base">
                                        <p:cTn dur="500"/>
                                        <p:tgtEl>
                                          <p:spTgt spid="19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00"/>
                                        </p:tgtEl>
                                        <p:attrNameLst>
                                          <p:attrName>style.visibility</p:attrName>
                                        </p:attrNameLst>
                                      </p:cBhvr>
                                      <p:to>
                                        <p:strVal val="visible"/>
                                      </p:to>
                                    </p:set>
                                    <p:anim calcmode="lin" valueType="num">
                                      <p:cBhvr additive="base">
                                        <p:cTn dur="500"/>
                                        <p:tgtEl>
                                          <p:spTgt spid="20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01"/>
                                        </p:tgtEl>
                                        <p:attrNameLst>
                                          <p:attrName>style.visibility</p:attrName>
                                        </p:attrNameLst>
                                      </p:cBhvr>
                                      <p:to>
                                        <p:strVal val="visible"/>
                                      </p:to>
                                    </p:set>
                                    <p:anim calcmode="lin" valueType="num">
                                      <p:cBhvr additive="base">
                                        <p:cTn dur="500"/>
                                        <p:tgtEl>
                                          <p:spTgt spid="20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par>
                                <p:cTn fill="hold" nodeType="withEffect" presetClass="entr" presetID="2" presetSubtype="4">
                                  <p:stCondLst>
                                    <p:cond delay="200"/>
                                  </p:stCondLst>
                                  <p:childTnLst>
                                    <p:set>
                                      <p:cBhvr>
                                        <p:cTn dur="1" fill="hold">
                                          <p:stCondLst>
                                            <p:cond delay="0"/>
                                          </p:stCondLst>
                                        </p:cTn>
                                        <p:tgtEl>
                                          <p:spTgt spid="203"/>
                                        </p:tgtEl>
                                        <p:attrNameLst>
                                          <p:attrName>style.visibility</p:attrName>
                                        </p:attrNameLst>
                                      </p:cBhvr>
                                      <p:to>
                                        <p:strVal val="visible"/>
                                      </p:to>
                                    </p:set>
                                    <p:anim calcmode="lin" valueType="num">
                                      <p:cBhvr additive="base">
                                        <p:cTn dur="500"/>
                                        <p:tgtEl>
                                          <p:spTgt spid="2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04"/>
                                        </p:tgtEl>
                                        <p:attrNameLst>
                                          <p:attrName>style.visibility</p:attrName>
                                        </p:attrNameLst>
                                      </p:cBhvr>
                                      <p:to>
                                        <p:strVal val="visible"/>
                                      </p:to>
                                    </p:set>
                                    <p:anim calcmode="lin" valueType="num">
                                      <p:cBhvr additive="base">
                                        <p:cTn dur="500"/>
                                        <p:tgtEl>
                                          <p:spTgt spid="20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05"/>
                                        </p:tgtEl>
                                        <p:attrNameLst>
                                          <p:attrName>style.visibility</p:attrName>
                                        </p:attrNameLst>
                                      </p:cBhvr>
                                      <p:to>
                                        <p:strVal val="visible"/>
                                      </p:to>
                                    </p:set>
                                    <p:anim calcmode="lin" valueType="num">
                                      <p:cBhvr additive="base">
                                        <p:cTn dur="500"/>
                                        <p:tgtEl>
                                          <p:spTgt spid="20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500"/>
                                        <p:tgtEl>
                                          <p:spTgt spid="20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07"/>
                                        </p:tgtEl>
                                        <p:attrNameLst>
                                          <p:attrName>style.visibility</p:attrName>
                                        </p:attrNameLst>
                                      </p:cBhvr>
                                      <p:to>
                                        <p:strVal val="visible"/>
                                      </p:to>
                                    </p:set>
                                    <p:anim calcmode="lin" valueType="num">
                                      <p:cBhvr additive="base">
                                        <p:cTn dur="500"/>
                                        <p:tgtEl>
                                          <p:spTgt spid="20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08"/>
                                        </p:tgtEl>
                                        <p:attrNameLst>
                                          <p:attrName>style.visibility</p:attrName>
                                        </p:attrNameLst>
                                      </p:cBhvr>
                                      <p:to>
                                        <p:strVal val="visible"/>
                                      </p:to>
                                    </p:set>
                                    <p:anim calcmode="lin" valueType="num">
                                      <p:cBhvr additive="base">
                                        <p:cTn dur="500"/>
                                        <p:tgtEl>
                                          <p:spTgt spid="2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09"/>
                                        </p:tgtEl>
                                        <p:attrNameLst>
                                          <p:attrName>style.visibility</p:attrName>
                                        </p:attrNameLst>
                                      </p:cBhvr>
                                      <p:to>
                                        <p:strVal val="visible"/>
                                      </p:to>
                                    </p:set>
                                    <p:anim calcmode="lin" valueType="num">
                                      <p:cBhvr additive="base">
                                        <p:cTn dur="500"/>
                                        <p:tgtEl>
                                          <p:spTgt spid="209"/>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40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9"/>
          <p:cNvSpPr txBox="1"/>
          <p:nvPr>
            <p:ph type="title"/>
          </p:nvPr>
        </p:nvSpPr>
        <p:spPr>
          <a:xfrm>
            <a:off x="548640" y="320040"/>
            <a:ext cx="11091672"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Where AI/ML Comes In</a:t>
            </a:r>
            <a:endParaRPr sz="3600"/>
          </a:p>
        </p:txBody>
      </p:sp>
      <p:sp>
        <p:nvSpPr>
          <p:cNvPr id="218" name="Google Shape;218;p9">
            <a:hlinkClick action="ppaction://hlinksldjump" r:id="rId3"/>
          </p:cNvPr>
          <p:cNvSpPr/>
          <p:nvPr/>
        </p:nvSpPr>
        <p:spPr>
          <a:xfrm>
            <a:off x="434340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4"/>
              </a:rPr>
              <a:t>1</a:t>
            </a:r>
            <a:endParaRPr b="0" i="0" sz="1000" u="none" cap="none" strike="noStrike">
              <a:solidFill>
                <a:schemeClr val="dk1"/>
              </a:solidFill>
              <a:latin typeface="Calibri"/>
              <a:ea typeface="Calibri"/>
              <a:cs typeface="Calibri"/>
              <a:sym typeface="Calibri"/>
            </a:endParaRPr>
          </a:p>
        </p:txBody>
      </p:sp>
      <p:sp>
        <p:nvSpPr>
          <p:cNvPr id="219" name="Google Shape;219;p9">
            <a:hlinkClick action="ppaction://hlinksldjump" r:id="rId5"/>
          </p:cNvPr>
          <p:cNvSpPr/>
          <p:nvPr/>
        </p:nvSpPr>
        <p:spPr>
          <a:xfrm>
            <a:off x="469087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6"/>
              </a:rPr>
              <a:t>2</a:t>
            </a:r>
            <a:endParaRPr b="0" i="0" sz="1000" u="none" cap="none" strike="noStrike">
              <a:solidFill>
                <a:schemeClr val="dk1"/>
              </a:solidFill>
              <a:latin typeface="Calibri"/>
              <a:ea typeface="Calibri"/>
              <a:cs typeface="Calibri"/>
              <a:sym typeface="Calibri"/>
            </a:endParaRPr>
          </a:p>
        </p:txBody>
      </p:sp>
      <p:sp>
        <p:nvSpPr>
          <p:cNvPr id="220" name="Google Shape;220;p9">
            <a:hlinkClick action="ppaction://hlinksldjump" r:id="rId7"/>
          </p:cNvPr>
          <p:cNvSpPr/>
          <p:nvPr/>
        </p:nvSpPr>
        <p:spPr>
          <a:xfrm>
            <a:off x="503834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8"/>
              </a:rPr>
              <a:t>3</a:t>
            </a:r>
            <a:endParaRPr b="0" i="0" sz="1000" u="none" cap="none" strike="noStrike">
              <a:solidFill>
                <a:schemeClr val="dk1"/>
              </a:solidFill>
              <a:latin typeface="Calibri"/>
              <a:ea typeface="Calibri"/>
              <a:cs typeface="Calibri"/>
              <a:sym typeface="Calibri"/>
            </a:endParaRPr>
          </a:p>
        </p:txBody>
      </p:sp>
      <p:sp>
        <p:nvSpPr>
          <p:cNvPr id="221" name="Google Shape;221;p9">
            <a:hlinkClick action="ppaction://hlinksldjump" r:id="rId9"/>
          </p:cNvPr>
          <p:cNvSpPr/>
          <p:nvPr/>
        </p:nvSpPr>
        <p:spPr>
          <a:xfrm>
            <a:off x="538581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0"/>
              </a:rPr>
              <a:t>4</a:t>
            </a:r>
            <a:endParaRPr b="0" i="0" sz="1000" u="none" cap="none" strike="noStrike">
              <a:solidFill>
                <a:schemeClr val="dk1"/>
              </a:solidFill>
              <a:latin typeface="Calibri"/>
              <a:ea typeface="Calibri"/>
              <a:cs typeface="Calibri"/>
              <a:sym typeface="Calibri"/>
            </a:endParaRPr>
          </a:p>
        </p:txBody>
      </p:sp>
      <p:sp>
        <p:nvSpPr>
          <p:cNvPr id="222" name="Google Shape;222;p9">
            <a:hlinkClick action="ppaction://hlinksldjump" r:id="rId11"/>
          </p:cNvPr>
          <p:cNvSpPr/>
          <p:nvPr/>
        </p:nvSpPr>
        <p:spPr>
          <a:xfrm>
            <a:off x="5733288" y="6419088"/>
            <a:ext cx="274320" cy="27432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2"/>
              </a:rPr>
              <a:t>5</a:t>
            </a:r>
            <a:endParaRPr b="0" i="0" sz="1000" u="none" cap="none" strike="noStrike">
              <a:solidFill>
                <a:schemeClr val="dk1"/>
              </a:solidFill>
              <a:latin typeface="Calibri"/>
              <a:ea typeface="Calibri"/>
              <a:cs typeface="Calibri"/>
              <a:sym typeface="Calibri"/>
            </a:endParaRPr>
          </a:p>
        </p:txBody>
      </p:sp>
      <p:sp>
        <p:nvSpPr>
          <p:cNvPr id="223" name="Google Shape;223;p9">
            <a:hlinkClick action="ppaction://hlinksldjump" r:id="rId13"/>
          </p:cNvPr>
          <p:cNvSpPr/>
          <p:nvPr/>
        </p:nvSpPr>
        <p:spPr>
          <a:xfrm>
            <a:off x="608076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4"/>
              </a:rPr>
              <a:t>6</a:t>
            </a:r>
            <a:endParaRPr b="0" i="0" sz="1000" u="none" cap="none" strike="noStrike">
              <a:solidFill>
                <a:schemeClr val="dk1"/>
              </a:solidFill>
              <a:latin typeface="Calibri"/>
              <a:ea typeface="Calibri"/>
              <a:cs typeface="Calibri"/>
              <a:sym typeface="Calibri"/>
            </a:endParaRPr>
          </a:p>
        </p:txBody>
      </p:sp>
      <p:sp>
        <p:nvSpPr>
          <p:cNvPr id="224" name="Google Shape;224;p9">
            <a:hlinkClick action="ppaction://hlinksldjump" r:id="rId15"/>
          </p:cNvPr>
          <p:cNvSpPr/>
          <p:nvPr/>
        </p:nvSpPr>
        <p:spPr>
          <a:xfrm>
            <a:off x="642823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6"/>
              </a:rPr>
              <a:t>7</a:t>
            </a:r>
            <a:endParaRPr b="0" i="0" sz="1000" u="none" cap="none" strike="noStrike">
              <a:solidFill>
                <a:schemeClr val="dk1"/>
              </a:solidFill>
              <a:latin typeface="Calibri"/>
              <a:ea typeface="Calibri"/>
              <a:cs typeface="Calibri"/>
              <a:sym typeface="Calibri"/>
            </a:endParaRPr>
          </a:p>
        </p:txBody>
      </p:sp>
      <p:sp>
        <p:nvSpPr>
          <p:cNvPr id="225" name="Google Shape;225;p9">
            <a:hlinkClick action="ppaction://hlinksldjump" r:id="rId17"/>
          </p:cNvPr>
          <p:cNvSpPr/>
          <p:nvPr/>
        </p:nvSpPr>
        <p:spPr>
          <a:xfrm>
            <a:off x="677570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8"/>
              </a:rPr>
              <a:t>8</a:t>
            </a:r>
            <a:endParaRPr b="0" i="0" sz="1000" u="none" cap="none" strike="noStrike">
              <a:solidFill>
                <a:schemeClr val="dk1"/>
              </a:solidFill>
              <a:latin typeface="Calibri"/>
              <a:ea typeface="Calibri"/>
              <a:cs typeface="Calibri"/>
              <a:sym typeface="Calibri"/>
            </a:endParaRPr>
          </a:p>
        </p:txBody>
      </p:sp>
      <p:sp>
        <p:nvSpPr>
          <p:cNvPr id="226" name="Google Shape;226;p9">
            <a:hlinkClick action="ppaction://hlinksldjump" r:id="rId19"/>
          </p:cNvPr>
          <p:cNvSpPr/>
          <p:nvPr/>
        </p:nvSpPr>
        <p:spPr>
          <a:xfrm>
            <a:off x="712317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0"/>
              </a:rPr>
              <a:t>9</a:t>
            </a:r>
            <a:endParaRPr b="0" i="0" sz="1000" u="none" cap="none" strike="noStrike">
              <a:solidFill>
                <a:schemeClr val="dk1"/>
              </a:solidFill>
              <a:latin typeface="Calibri"/>
              <a:ea typeface="Calibri"/>
              <a:cs typeface="Calibri"/>
              <a:sym typeface="Calibri"/>
            </a:endParaRPr>
          </a:p>
        </p:txBody>
      </p:sp>
      <p:sp>
        <p:nvSpPr>
          <p:cNvPr id="227" name="Google Shape;227;p9">
            <a:hlinkClick action="ppaction://hlinksldjump" r:id="rId21"/>
          </p:cNvPr>
          <p:cNvSpPr/>
          <p:nvPr/>
        </p:nvSpPr>
        <p:spPr>
          <a:xfrm>
            <a:off x="747064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2"/>
              </a:rPr>
              <a:t>10</a:t>
            </a:r>
            <a:endParaRPr b="0" i="0" sz="1000" u="none" cap="none" strike="noStrike">
              <a:solidFill>
                <a:schemeClr val="dk1"/>
              </a:solidFill>
              <a:latin typeface="Calibri"/>
              <a:ea typeface="Calibri"/>
              <a:cs typeface="Calibri"/>
              <a:sym typeface="Calibri"/>
            </a:endParaRPr>
          </a:p>
        </p:txBody>
      </p:sp>
      <p:sp>
        <p:nvSpPr>
          <p:cNvPr id="228" name="Google Shape;228;p9"/>
          <p:cNvSpPr txBox="1"/>
          <p:nvPr/>
        </p:nvSpPr>
        <p:spPr>
          <a:xfrm>
            <a:off x="548640" y="1371600"/>
            <a:ext cx="6309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2000"/>
              <a:buFont typeface="Calibri"/>
              <a:buNone/>
            </a:pPr>
            <a:r>
              <a:rPr b="1" i="0" lang="en-US" sz="2000" u="none" cap="none" strike="noStrike">
                <a:solidFill>
                  <a:schemeClr val="accent3"/>
                </a:solidFill>
                <a:latin typeface="Calibri"/>
                <a:ea typeface="Calibri"/>
                <a:cs typeface="Calibri"/>
                <a:sym typeface="Calibri"/>
              </a:rPr>
              <a:t>Needs AI/ML</a:t>
            </a:r>
            <a:endParaRPr b="0" i="0" sz="2000" u="none" cap="none" strike="noStrike">
              <a:solidFill>
                <a:schemeClr val="dk1"/>
              </a:solidFill>
              <a:latin typeface="Calibri"/>
              <a:ea typeface="Calibri"/>
              <a:cs typeface="Calibri"/>
              <a:sym typeface="Calibri"/>
            </a:endParaRPr>
          </a:p>
        </p:txBody>
      </p:sp>
      <p:sp>
        <p:nvSpPr>
          <p:cNvPr id="229" name="Google Shape;229;p9"/>
          <p:cNvSpPr/>
          <p:nvPr/>
        </p:nvSpPr>
        <p:spPr>
          <a:xfrm>
            <a:off x="548640" y="182880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icrophone icon" id="230" name="Google Shape;230;p9"/>
          <p:cNvPicPr preferRelativeResize="0"/>
          <p:nvPr/>
        </p:nvPicPr>
        <p:blipFill rotWithShape="1">
          <a:blip r:embed="rId23">
            <a:alphaModFix/>
          </a:blip>
          <a:srcRect b="0" l="0" r="0" t="0"/>
          <a:stretch/>
        </p:blipFill>
        <p:spPr>
          <a:xfrm>
            <a:off x="674370" y="1954530"/>
            <a:ext cx="251460" cy="251460"/>
          </a:xfrm>
          <a:prstGeom prst="rect">
            <a:avLst/>
          </a:prstGeom>
          <a:noFill/>
          <a:ln>
            <a:noFill/>
          </a:ln>
        </p:spPr>
      </p:pic>
      <p:sp>
        <p:nvSpPr>
          <p:cNvPr id="231" name="Google Shape;231;p9"/>
          <p:cNvSpPr txBox="1"/>
          <p:nvPr/>
        </p:nvSpPr>
        <p:spPr>
          <a:xfrm>
            <a:off x="1280160" y="1828800"/>
            <a:ext cx="32918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Hinglish speech to text</a:t>
            </a:r>
            <a:endParaRPr b="0" i="0" sz="1600" u="none" cap="none" strike="noStrike">
              <a:solidFill>
                <a:schemeClr val="dk1"/>
              </a:solidFill>
              <a:latin typeface="Calibri"/>
              <a:ea typeface="Calibri"/>
              <a:cs typeface="Calibri"/>
              <a:sym typeface="Calibri"/>
            </a:endParaRPr>
          </a:p>
        </p:txBody>
      </p:sp>
      <p:sp>
        <p:nvSpPr>
          <p:cNvPr id="232" name="Google Shape;232;p9"/>
          <p:cNvSpPr/>
          <p:nvPr/>
        </p:nvSpPr>
        <p:spPr>
          <a:xfrm>
            <a:off x="4572000" y="1847088"/>
            <a:ext cx="731400" cy="237600"/>
          </a:xfrm>
          <a:prstGeom prst="roundRect">
            <a:avLst>
              <a:gd fmla="val 50000" name="adj"/>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none" cap="none" strike="noStrike">
                <a:solidFill>
                  <a:schemeClr val="dk2"/>
                </a:solidFill>
                <a:latin typeface="Calibri"/>
                <a:ea typeface="Calibri"/>
                <a:cs typeface="Calibri"/>
                <a:sym typeface="Calibri"/>
              </a:rPr>
              <a:t>CORE</a:t>
            </a:r>
            <a:endParaRPr b="0" i="0" sz="1000" u="none" cap="none" strike="noStrike">
              <a:solidFill>
                <a:schemeClr val="dk1"/>
              </a:solidFill>
              <a:latin typeface="Calibri"/>
              <a:ea typeface="Calibri"/>
              <a:cs typeface="Calibri"/>
              <a:sym typeface="Calibri"/>
            </a:endParaRPr>
          </a:p>
        </p:txBody>
      </p:sp>
      <p:sp>
        <p:nvSpPr>
          <p:cNvPr id="233" name="Google Shape;233;p9"/>
          <p:cNvSpPr txBox="1"/>
          <p:nvPr/>
        </p:nvSpPr>
        <p:spPr>
          <a:xfrm>
            <a:off x="1280160" y="2130552"/>
            <a:ext cx="56692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Speech recognition. Rules can't do this: the model must follow Hindi–English switching inside one sentence.</a:t>
            </a:r>
            <a:endParaRPr b="0" i="0" sz="1400" u="none" cap="none" strike="noStrike">
              <a:solidFill>
                <a:schemeClr val="dk1"/>
              </a:solidFill>
              <a:latin typeface="Calibri"/>
              <a:ea typeface="Calibri"/>
              <a:cs typeface="Calibri"/>
              <a:sym typeface="Calibri"/>
            </a:endParaRPr>
          </a:p>
        </p:txBody>
      </p:sp>
      <p:sp>
        <p:nvSpPr>
          <p:cNvPr id="234" name="Google Shape;234;p9"/>
          <p:cNvSpPr/>
          <p:nvPr/>
        </p:nvSpPr>
        <p:spPr>
          <a:xfrm>
            <a:off x="548640" y="274320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VolumeUp icon" id="235" name="Google Shape;235;p9"/>
          <p:cNvPicPr preferRelativeResize="0"/>
          <p:nvPr/>
        </p:nvPicPr>
        <p:blipFill rotWithShape="1">
          <a:blip r:embed="rId24">
            <a:alphaModFix/>
          </a:blip>
          <a:srcRect b="0" l="0" r="0" t="0"/>
          <a:stretch/>
        </p:blipFill>
        <p:spPr>
          <a:xfrm>
            <a:off x="674370" y="2868930"/>
            <a:ext cx="251460" cy="251460"/>
          </a:xfrm>
          <a:prstGeom prst="rect">
            <a:avLst/>
          </a:prstGeom>
          <a:noFill/>
          <a:ln>
            <a:noFill/>
          </a:ln>
        </p:spPr>
      </p:pic>
      <p:sp>
        <p:nvSpPr>
          <p:cNvPr id="236" name="Google Shape;236;p9"/>
          <p:cNvSpPr/>
          <p:nvPr/>
        </p:nvSpPr>
        <p:spPr>
          <a:xfrm>
            <a:off x="4617725" y="2555700"/>
            <a:ext cx="856800" cy="457200"/>
          </a:xfrm>
          <a:prstGeom prst="roundRect">
            <a:avLst>
              <a:gd fmla="val 50000" name="adj"/>
            </a:avLst>
          </a:prstGeom>
          <a:solidFill>
            <a:schemeClr val="accent2"/>
          </a:solidFill>
          <a:ln>
            <a:noFill/>
          </a:ln>
        </p:spPr>
        <p:txBody>
          <a:bodyPr anchorCtr="0" anchor="ctr" bIns="0" lIns="0" spcFirstLastPara="1" rIns="0" wrap="square" tIns="0">
            <a:noAutofit/>
          </a:bodyPr>
          <a:lstStyle/>
          <a:p>
            <a:pPr indent="0" lvl="0" marL="0" marR="0" rtl="0" algn="l">
              <a:spcBef>
                <a:spcPts val="0"/>
              </a:spcBef>
              <a:spcAft>
                <a:spcPts val="0"/>
              </a:spcAft>
              <a:buClr>
                <a:schemeClr val="dk2"/>
              </a:buClr>
              <a:buSzPts val="1000"/>
              <a:buFont typeface="Calibri"/>
              <a:buNone/>
            </a:pPr>
            <a:r>
              <a:rPr b="1" lang="en-US" sz="1000">
                <a:solidFill>
                  <a:schemeClr val="dk2"/>
                </a:solidFill>
                <a:latin typeface="Calibri"/>
                <a:ea typeface="Calibri"/>
                <a:cs typeface="Calibri"/>
                <a:sym typeface="Calibri"/>
              </a:rPr>
              <a:t>ANY OS</a:t>
            </a:r>
            <a:endParaRPr b="1" sz="1000">
              <a:solidFill>
                <a:schemeClr val="dk2"/>
              </a:solidFill>
              <a:latin typeface="Calibri"/>
              <a:ea typeface="Calibri"/>
              <a:cs typeface="Calibri"/>
              <a:sym typeface="Calibri"/>
            </a:endParaRPr>
          </a:p>
          <a:p>
            <a:pPr indent="0" lvl="0" marL="0" marR="0" rtl="0" algn="l">
              <a:spcBef>
                <a:spcPts val="0"/>
              </a:spcBef>
              <a:spcAft>
                <a:spcPts val="0"/>
              </a:spcAft>
              <a:buClr>
                <a:schemeClr val="dk2"/>
              </a:buClr>
              <a:buSzPts val="1000"/>
              <a:buFont typeface="Calibri"/>
              <a:buNone/>
            </a:pPr>
            <a:r>
              <a:rPr b="1" lang="en-US" sz="1000">
                <a:solidFill>
                  <a:schemeClr val="dk2"/>
                </a:solidFill>
                <a:latin typeface="Calibri"/>
                <a:ea typeface="Calibri"/>
                <a:cs typeface="Calibri"/>
                <a:sym typeface="Calibri"/>
              </a:rPr>
              <a:t>SOFTWARE</a:t>
            </a:r>
            <a:endParaRPr b="1" sz="1000">
              <a:solidFill>
                <a:schemeClr val="dk2"/>
              </a:solidFill>
              <a:latin typeface="Calibri"/>
              <a:ea typeface="Calibri"/>
              <a:cs typeface="Calibri"/>
              <a:sym typeface="Calibri"/>
            </a:endParaRPr>
          </a:p>
        </p:txBody>
      </p:sp>
      <p:sp>
        <p:nvSpPr>
          <p:cNvPr id="237" name="Google Shape;237;p9"/>
          <p:cNvSpPr txBox="1"/>
          <p:nvPr/>
        </p:nvSpPr>
        <p:spPr>
          <a:xfrm>
            <a:off x="1280160" y="2743200"/>
            <a:ext cx="32918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Audio clean-up</a:t>
            </a:r>
            <a:endParaRPr b="0" i="0" sz="1600" u="none" cap="none" strike="noStrike">
              <a:solidFill>
                <a:schemeClr val="dk1"/>
              </a:solidFill>
              <a:latin typeface="Calibri"/>
              <a:ea typeface="Calibri"/>
              <a:cs typeface="Calibri"/>
              <a:sym typeface="Calibri"/>
            </a:endParaRPr>
          </a:p>
        </p:txBody>
      </p:sp>
      <p:sp>
        <p:nvSpPr>
          <p:cNvPr id="238" name="Google Shape;238;p9"/>
          <p:cNvSpPr txBox="1"/>
          <p:nvPr/>
        </p:nvSpPr>
        <p:spPr>
          <a:xfrm>
            <a:off x="1280160" y="3044952"/>
            <a:ext cx="56692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Noise reduction and separating the teacher's voice: signal processing plus M</a:t>
            </a:r>
            <a:r>
              <a:rPr lang="en-US">
                <a:solidFill>
                  <a:schemeClr val="dk1"/>
                </a:solidFill>
                <a:latin typeface="Calibri"/>
                <a:ea typeface="Calibri"/>
                <a:cs typeface="Calibri"/>
                <a:sym typeface="Calibri"/>
              </a:rPr>
              <a:t>L</a:t>
            </a:r>
            <a:endParaRPr b="0" i="0" sz="1400" u="none" cap="none" strike="noStrike">
              <a:solidFill>
                <a:schemeClr val="dk1"/>
              </a:solidFill>
              <a:latin typeface="Calibri"/>
              <a:ea typeface="Calibri"/>
              <a:cs typeface="Calibri"/>
              <a:sym typeface="Calibri"/>
            </a:endParaRPr>
          </a:p>
        </p:txBody>
      </p:sp>
      <p:sp>
        <p:nvSpPr>
          <p:cNvPr id="239" name="Google Shape;239;p9"/>
          <p:cNvSpPr/>
          <p:nvPr/>
        </p:nvSpPr>
        <p:spPr>
          <a:xfrm>
            <a:off x="548640" y="365760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pellCheck icon" id="240" name="Google Shape;240;p9"/>
          <p:cNvPicPr preferRelativeResize="0"/>
          <p:nvPr/>
        </p:nvPicPr>
        <p:blipFill rotWithShape="1">
          <a:blip r:embed="rId25">
            <a:alphaModFix/>
          </a:blip>
          <a:srcRect b="0" l="0" r="0" t="0"/>
          <a:stretch/>
        </p:blipFill>
        <p:spPr>
          <a:xfrm>
            <a:off x="674370" y="3783330"/>
            <a:ext cx="251460" cy="251460"/>
          </a:xfrm>
          <a:prstGeom prst="rect">
            <a:avLst/>
          </a:prstGeom>
          <a:noFill/>
          <a:ln>
            <a:noFill/>
          </a:ln>
        </p:spPr>
      </p:pic>
      <p:sp>
        <p:nvSpPr>
          <p:cNvPr id="241" name="Google Shape;241;p9"/>
          <p:cNvSpPr txBox="1"/>
          <p:nvPr/>
        </p:nvSpPr>
        <p:spPr>
          <a:xfrm>
            <a:off x="1280160" y="3657600"/>
            <a:ext cx="32918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Cleaning text and writing notes</a:t>
            </a:r>
            <a:endParaRPr b="0" i="0" sz="1600" u="none" cap="none" strike="noStrike">
              <a:solidFill>
                <a:schemeClr val="dk1"/>
              </a:solidFill>
              <a:latin typeface="Calibri"/>
              <a:ea typeface="Calibri"/>
              <a:cs typeface="Calibri"/>
              <a:sym typeface="Calibri"/>
            </a:endParaRPr>
          </a:p>
        </p:txBody>
      </p:sp>
      <p:sp>
        <p:nvSpPr>
          <p:cNvPr id="242" name="Google Shape;242;p9"/>
          <p:cNvSpPr/>
          <p:nvPr/>
        </p:nvSpPr>
        <p:spPr>
          <a:xfrm>
            <a:off x="4572000" y="3675888"/>
            <a:ext cx="731400" cy="237600"/>
          </a:xfrm>
          <a:prstGeom prst="roundRect">
            <a:avLst>
              <a:gd fmla="val 50000" name="adj"/>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none" cap="none" strike="noStrike">
                <a:solidFill>
                  <a:schemeClr val="dk2"/>
                </a:solidFill>
                <a:latin typeface="Calibri"/>
                <a:ea typeface="Calibri"/>
                <a:cs typeface="Calibri"/>
                <a:sym typeface="Calibri"/>
              </a:rPr>
              <a:t>CORE</a:t>
            </a:r>
            <a:endParaRPr b="0" i="0" sz="1000" u="none" cap="none" strike="noStrike">
              <a:solidFill>
                <a:schemeClr val="dk1"/>
              </a:solidFill>
              <a:latin typeface="Calibri"/>
              <a:ea typeface="Calibri"/>
              <a:cs typeface="Calibri"/>
              <a:sym typeface="Calibri"/>
            </a:endParaRPr>
          </a:p>
        </p:txBody>
      </p:sp>
      <p:sp>
        <p:nvSpPr>
          <p:cNvPr id="243" name="Google Shape;243;p9"/>
          <p:cNvSpPr txBox="1"/>
          <p:nvPr/>
        </p:nvSpPr>
        <p:spPr>
          <a:xfrm>
            <a:off x="1280160" y="3959352"/>
            <a:ext cx="56692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NLP plus a subject glossary fix technical terms; an LLM writes summaries, key terms and quiz questions from the transcript.</a:t>
            </a:r>
            <a:endParaRPr b="0" i="0" sz="1400" u="none" cap="none" strike="noStrike">
              <a:solidFill>
                <a:schemeClr val="dk1"/>
              </a:solidFill>
              <a:latin typeface="Calibri"/>
              <a:ea typeface="Calibri"/>
              <a:cs typeface="Calibri"/>
              <a:sym typeface="Calibri"/>
            </a:endParaRPr>
          </a:p>
        </p:txBody>
      </p:sp>
      <p:sp>
        <p:nvSpPr>
          <p:cNvPr id="244" name="Google Shape;244;p9"/>
          <p:cNvSpPr/>
          <p:nvPr/>
        </p:nvSpPr>
        <p:spPr>
          <a:xfrm>
            <a:off x="548640" y="457200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ojectDiagram icon" id="245" name="Google Shape;245;p9"/>
          <p:cNvPicPr preferRelativeResize="0"/>
          <p:nvPr/>
        </p:nvPicPr>
        <p:blipFill rotWithShape="1">
          <a:blip r:embed="rId26">
            <a:alphaModFix/>
          </a:blip>
          <a:srcRect b="0" l="0" r="0" t="0"/>
          <a:stretch/>
        </p:blipFill>
        <p:spPr>
          <a:xfrm>
            <a:off x="674370" y="4697730"/>
            <a:ext cx="251460" cy="251460"/>
          </a:xfrm>
          <a:prstGeom prst="rect">
            <a:avLst/>
          </a:prstGeom>
          <a:noFill/>
          <a:ln>
            <a:noFill/>
          </a:ln>
        </p:spPr>
      </p:pic>
      <p:sp>
        <p:nvSpPr>
          <p:cNvPr id="246" name="Google Shape;246;p9"/>
          <p:cNvSpPr txBox="1"/>
          <p:nvPr/>
        </p:nvSpPr>
        <p:spPr>
          <a:xfrm>
            <a:off x="1280160" y="4572000"/>
            <a:ext cx="32918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Finding what matters</a:t>
            </a:r>
            <a:endParaRPr b="0" i="0" sz="1600" u="none" cap="none" strike="noStrike">
              <a:solidFill>
                <a:schemeClr val="dk1"/>
              </a:solidFill>
              <a:latin typeface="Calibri"/>
              <a:ea typeface="Calibri"/>
              <a:cs typeface="Calibri"/>
              <a:sym typeface="Calibri"/>
            </a:endParaRPr>
          </a:p>
        </p:txBody>
      </p:sp>
      <p:sp>
        <p:nvSpPr>
          <p:cNvPr id="247" name="Google Shape;247;p9"/>
          <p:cNvSpPr/>
          <p:nvPr/>
        </p:nvSpPr>
        <p:spPr>
          <a:xfrm>
            <a:off x="4572000" y="4590288"/>
            <a:ext cx="1234500" cy="237600"/>
          </a:xfrm>
          <a:prstGeom prst="roundRect">
            <a:avLst>
              <a:gd fmla="val 50000" name="adj"/>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lang="en-US" sz="1000">
                <a:solidFill>
                  <a:schemeClr val="accent5"/>
                </a:solidFill>
                <a:latin typeface="Calibri"/>
                <a:ea typeface="Calibri"/>
                <a:cs typeface="Calibri"/>
                <a:sym typeface="Calibri"/>
              </a:rPr>
              <a:t>Using Database</a:t>
            </a:r>
            <a:endParaRPr b="0" i="0" sz="1000" u="none" cap="none" strike="noStrike">
              <a:solidFill>
                <a:schemeClr val="dk1"/>
              </a:solidFill>
              <a:latin typeface="Calibri"/>
              <a:ea typeface="Calibri"/>
              <a:cs typeface="Calibri"/>
              <a:sym typeface="Calibri"/>
            </a:endParaRPr>
          </a:p>
        </p:txBody>
      </p:sp>
      <p:sp>
        <p:nvSpPr>
          <p:cNvPr id="248" name="Google Shape;248;p9"/>
          <p:cNvSpPr txBox="1"/>
          <p:nvPr/>
        </p:nvSpPr>
        <p:spPr>
          <a:xfrm>
            <a:off x="1280160" y="4873752"/>
            <a:ext cx="56692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Classification and clustering: split the lecture into topics, spot “this is important” moments.</a:t>
            </a:r>
            <a:endParaRPr b="0" i="0" sz="1400" u="none" cap="none" strike="noStrike">
              <a:solidFill>
                <a:schemeClr val="dk1"/>
              </a:solidFill>
              <a:latin typeface="Calibri"/>
              <a:ea typeface="Calibri"/>
              <a:cs typeface="Calibri"/>
              <a:sym typeface="Calibri"/>
            </a:endParaRPr>
          </a:p>
        </p:txBody>
      </p:sp>
      <p:sp>
        <p:nvSpPr>
          <p:cNvPr id="249" name="Google Shape;249;p9"/>
          <p:cNvSpPr txBox="1"/>
          <p:nvPr/>
        </p:nvSpPr>
        <p:spPr>
          <a:xfrm>
            <a:off x="7315200" y="1371600"/>
            <a:ext cx="4297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2000"/>
              <a:buFont typeface="Calibri"/>
              <a:buNone/>
            </a:pPr>
            <a:r>
              <a:rPr b="1" i="0" lang="en-US" sz="2000" u="none" cap="none" strike="noStrike">
                <a:solidFill>
                  <a:schemeClr val="accent3"/>
                </a:solidFill>
                <a:latin typeface="Calibri"/>
                <a:ea typeface="Calibri"/>
                <a:cs typeface="Calibri"/>
                <a:sym typeface="Calibri"/>
              </a:rPr>
              <a:t>Types of AI/ML </a:t>
            </a:r>
            <a:r>
              <a:rPr b="1" lang="en-US" sz="2000">
                <a:solidFill>
                  <a:schemeClr val="accent3"/>
                </a:solidFill>
                <a:latin typeface="Calibri"/>
                <a:ea typeface="Calibri"/>
                <a:cs typeface="Calibri"/>
                <a:sym typeface="Calibri"/>
              </a:rPr>
              <a:t>needed</a:t>
            </a:r>
            <a:endParaRPr b="0" i="0" sz="2000" u="none" cap="none" strike="noStrike">
              <a:solidFill>
                <a:schemeClr val="dk1"/>
              </a:solidFill>
              <a:latin typeface="Calibri"/>
              <a:ea typeface="Calibri"/>
              <a:cs typeface="Calibri"/>
              <a:sym typeface="Calibri"/>
            </a:endParaRPr>
          </a:p>
        </p:txBody>
      </p:sp>
      <p:sp>
        <p:nvSpPr>
          <p:cNvPr id="250" name="Google Shape;250;p9"/>
          <p:cNvSpPr txBox="1"/>
          <p:nvPr/>
        </p:nvSpPr>
        <p:spPr>
          <a:xfrm>
            <a:off x="7315200" y="1874520"/>
            <a:ext cx="1828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CORE</a:t>
            </a:r>
            <a:endParaRPr b="0" i="0" sz="1100" u="none" cap="none" strike="noStrike">
              <a:solidFill>
                <a:schemeClr val="dk1"/>
              </a:solidFill>
              <a:latin typeface="Calibri"/>
              <a:ea typeface="Calibri"/>
              <a:cs typeface="Calibri"/>
              <a:sym typeface="Calibri"/>
            </a:endParaRPr>
          </a:p>
        </p:txBody>
      </p:sp>
      <p:sp>
        <p:nvSpPr>
          <p:cNvPr id="251" name="Google Shape;251;p9"/>
          <p:cNvSpPr/>
          <p:nvPr/>
        </p:nvSpPr>
        <p:spPr>
          <a:xfrm>
            <a:off x="7315200" y="2194560"/>
            <a:ext cx="2084832" cy="457200"/>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Speech recognition</a:t>
            </a:r>
            <a:endParaRPr b="0" i="0" sz="1300" u="none" cap="none" strike="noStrike">
              <a:solidFill>
                <a:schemeClr val="dk1"/>
              </a:solidFill>
              <a:latin typeface="Calibri"/>
              <a:ea typeface="Calibri"/>
              <a:cs typeface="Calibri"/>
              <a:sym typeface="Calibri"/>
            </a:endParaRPr>
          </a:p>
        </p:txBody>
      </p:sp>
      <p:sp>
        <p:nvSpPr>
          <p:cNvPr id="252" name="Google Shape;252;p9"/>
          <p:cNvSpPr/>
          <p:nvPr/>
        </p:nvSpPr>
        <p:spPr>
          <a:xfrm>
            <a:off x="9555480" y="2194560"/>
            <a:ext cx="2084832" cy="457200"/>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NLP</a:t>
            </a:r>
            <a:endParaRPr b="0" i="0" sz="1300" u="none" cap="none" strike="noStrike">
              <a:solidFill>
                <a:schemeClr val="dk1"/>
              </a:solidFill>
              <a:latin typeface="Calibri"/>
              <a:ea typeface="Calibri"/>
              <a:cs typeface="Calibri"/>
              <a:sym typeface="Calibri"/>
            </a:endParaRPr>
          </a:p>
        </p:txBody>
      </p:sp>
      <p:sp>
        <p:nvSpPr>
          <p:cNvPr id="253" name="Google Shape;253;p9"/>
          <p:cNvSpPr/>
          <p:nvPr/>
        </p:nvSpPr>
        <p:spPr>
          <a:xfrm>
            <a:off x="7315200" y="2743200"/>
            <a:ext cx="2084832" cy="457200"/>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Generative AI / LLM</a:t>
            </a:r>
            <a:endParaRPr b="0" i="0" sz="1300" u="none" cap="none" strike="noStrike">
              <a:solidFill>
                <a:schemeClr val="dk1"/>
              </a:solidFill>
              <a:latin typeface="Calibri"/>
              <a:ea typeface="Calibri"/>
              <a:cs typeface="Calibri"/>
              <a:sym typeface="Calibri"/>
            </a:endParaRPr>
          </a:p>
        </p:txBody>
      </p:sp>
      <p:sp>
        <p:nvSpPr>
          <p:cNvPr id="254" name="Google Shape;254;p9"/>
          <p:cNvSpPr/>
          <p:nvPr/>
        </p:nvSpPr>
        <p:spPr>
          <a:xfrm>
            <a:off x="9555480" y="2743200"/>
            <a:ext cx="2084832" cy="457200"/>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300"/>
              <a:buFont typeface="Calibri"/>
              <a:buNone/>
            </a:pPr>
            <a:r>
              <a:rPr b="1" i="0" lang="en-US" sz="1300" u="none" cap="none" strike="noStrike">
                <a:solidFill>
                  <a:schemeClr val="lt1"/>
                </a:solidFill>
                <a:latin typeface="Calibri"/>
                <a:ea typeface="Calibri"/>
                <a:cs typeface="Calibri"/>
                <a:sym typeface="Calibri"/>
              </a:rPr>
              <a:t>Signal processing</a:t>
            </a:r>
            <a:endParaRPr b="0" i="0" sz="1300" u="none" cap="none" strike="noStrike">
              <a:solidFill>
                <a:schemeClr val="dk1"/>
              </a:solidFill>
              <a:latin typeface="Calibri"/>
              <a:ea typeface="Calibri"/>
              <a:cs typeface="Calibri"/>
              <a:sym typeface="Calibri"/>
            </a:endParaRPr>
          </a:p>
        </p:txBody>
      </p:sp>
      <p:sp>
        <p:nvSpPr>
          <p:cNvPr id="255" name="Google Shape;255;p9"/>
          <p:cNvSpPr txBox="1"/>
          <p:nvPr/>
        </p:nvSpPr>
        <p:spPr>
          <a:xfrm>
            <a:off x="7315200" y="3520440"/>
            <a:ext cx="22860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lang="en-US" sz="1100">
                <a:solidFill>
                  <a:schemeClr val="accent5"/>
                </a:solidFill>
                <a:latin typeface="Calibri"/>
                <a:ea typeface="Calibri"/>
                <a:cs typeface="Calibri"/>
                <a:sym typeface="Calibri"/>
              </a:rPr>
              <a:t>Using Database</a:t>
            </a:r>
            <a:endParaRPr b="0" i="0" sz="1100" u="none" cap="none" strike="noStrike">
              <a:solidFill>
                <a:schemeClr val="dk1"/>
              </a:solidFill>
              <a:latin typeface="Calibri"/>
              <a:ea typeface="Calibri"/>
              <a:cs typeface="Calibri"/>
              <a:sym typeface="Calibri"/>
            </a:endParaRPr>
          </a:p>
        </p:txBody>
      </p:sp>
      <p:sp>
        <p:nvSpPr>
          <p:cNvPr id="256" name="Google Shape;256;p9"/>
          <p:cNvSpPr/>
          <p:nvPr/>
        </p:nvSpPr>
        <p:spPr>
          <a:xfrm>
            <a:off x="7315200" y="3840480"/>
            <a:ext cx="2084832" cy="457200"/>
          </a:xfrm>
          <a:prstGeom prst="roundRect">
            <a:avLst>
              <a:gd fmla="val 50000" name="adj"/>
            </a:avLst>
          </a:prstGeom>
          <a:solidFill>
            <a:schemeClr val="lt1"/>
          </a:solidFill>
          <a:ln cap="flat" cmpd="sng" w="222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Classification</a:t>
            </a:r>
            <a:endParaRPr b="0" i="0" sz="1300" u="none" cap="none" strike="noStrike">
              <a:solidFill>
                <a:schemeClr val="dk1"/>
              </a:solidFill>
              <a:latin typeface="Calibri"/>
              <a:ea typeface="Calibri"/>
              <a:cs typeface="Calibri"/>
              <a:sym typeface="Calibri"/>
            </a:endParaRPr>
          </a:p>
        </p:txBody>
      </p:sp>
      <p:sp>
        <p:nvSpPr>
          <p:cNvPr id="257" name="Google Shape;257;p9"/>
          <p:cNvSpPr/>
          <p:nvPr/>
        </p:nvSpPr>
        <p:spPr>
          <a:xfrm>
            <a:off x="9555480" y="3840480"/>
            <a:ext cx="2084832" cy="457200"/>
          </a:xfrm>
          <a:prstGeom prst="roundRect">
            <a:avLst>
              <a:gd fmla="val 50000" name="adj"/>
            </a:avLst>
          </a:prstGeom>
          <a:solidFill>
            <a:schemeClr val="lt1"/>
          </a:solidFill>
          <a:ln cap="flat" cmpd="sng" w="222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Clustering</a:t>
            </a:r>
            <a:endParaRPr b="0" i="0" sz="1300" u="none" cap="none" strike="noStrike">
              <a:solidFill>
                <a:schemeClr val="dk1"/>
              </a:solidFill>
              <a:latin typeface="Calibri"/>
              <a:ea typeface="Calibri"/>
              <a:cs typeface="Calibri"/>
              <a:sym typeface="Calibri"/>
            </a:endParaRPr>
          </a:p>
        </p:txBody>
      </p:sp>
      <p:sp>
        <p:nvSpPr>
          <p:cNvPr id="258" name="Google Shape;258;p9"/>
          <p:cNvSpPr/>
          <p:nvPr/>
        </p:nvSpPr>
        <p:spPr>
          <a:xfrm>
            <a:off x="7315200" y="4389120"/>
            <a:ext cx="2084832" cy="457200"/>
          </a:xfrm>
          <a:prstGeom prst="roundRect">
            <a:avLst>
              <a:gd fmla="val 50000" name="adj"/>
            </a:avLst>
          </a:prstGeom>
          <a:solidFill>
            <a:schemeClr val="lt1"/>
          </a:solidFill>
          <a:ln cap="flat" cmpd="sng" w="222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Computer vision</a:t>
            </a:r>
            <a:endParaRPr b="0" i="0" sz="1300" u="none" cap="none" strike="noStrike">
              <a:solidFill>
                <a:schemeClr val="dk1"/>
              </a:solidFill>
              <a:latin typeface="Calibri"/>
              <a:ea typeface="Calibri"/>
              <a:cs typeface="Calibri"/>
              <a:sym typeface="Calibri"/>
            </a:endParaRPr>
          </a:p>
        </p:txBody>
      </p:sp>
      <p:sp>
        <p:nvSpPr>
          <p:cNvPr id="259" name="Google Shape;259;p9"/>
          <p:cNvSpPr/>
          <p:nvPr/>
        </p:nvSpPr>
        <p:spPr>
          <a:xfrm>
            <a:off x="9555480" y="4389120"/>
            <a:ext cx="2084832" cy="457200"/>
          </a:xfrm>
          <a:prstGeom prst="roundRect">
            <a:avLst>
              <a:gd fmla="val 50000" name="adj"/>
            </a:avLst>
          </a:prstGeom>
          <a:solidFill>
            <a:schemeClr val="lt1"/>
          </a:solidFill>
          <a:ln cap="flat" cmpd="sng" w="222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Clr>
                <a:schemeClr val="dk2"/>
              </a:buClr>
              <a:buSzPts val="1300"/>
              <a:buFont typeface="Calibri"/>
              <a:buNone/>
            </a:pPr>
            <a:r>
              <a:rPr b="1" i="0" lang="en-US" sz="1300" u="none" cap="none" strike="noStrike">
                <a:solidFill>
                  <a:schemeClr val="dk2"/>
                </a:solidFill>
                <a:latin typeface="Calibri"/>
                <a:ea typeface="Calibri"/>
                <a:cs typeface="Calibri"/>
                <a:sym typeface="Calibri"/>
              </a:rPr>
              <a:t>Recommendation</a:t>
            </a:r>
            <a:endParaRPr b="0" i="0" sz="1300" u="none" cap="none" strike="noStrike">
              <a:solidFill>
                <a:schemeClr val="dk1"/>
              </a:solidFill>
              <a:latin typeface="Calibri"/>
              <a:ea typeface="Calibri"/>
              <a:cs typeface="Calibri"/>
              <a:sym typeface="Calibri"/>
            </a:endParaRPr>
          </a:p>
        </p:txBody>
      </p:sp>
      <p:sp>
        <p:nvSpPr>
          <p:cNvPr id="260" name="Google Shape;260;p9"/>
          <p:cNvSpPr txBox="1"/>
          <p:nvPr/>
        </p:nvSpPr>
        <p:spPr>
          <a:xfrm>
            <a:off x="7315200" y="5029200"/>
            <a:ext cx="429768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261" name="Google Shape;261;p9"/>
          <p:cNvSpPr/>
          <p:nvPr/>
        </p:nvSpPr>
        <p:spPr>
          <a:xfrm>
            <a:off x="548640" y="5669280"/>
            <a:ext cx="11091672" cy="594360"/>
          </a:xfrm>
          <a:prstGeom prst="roundRect">
            <a:avLst>
              <a:gd fmla="val 21538"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731520" y="5760720"/>
            <a:ext cx="411480" cy="41148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ogs icon" id="263" name="Google Shape;263;p9"/>
          <p:cNvPicPr preferRelativeResize="0"/>
          <p:nvPr/>
        </p:nvPicPr>
        <p:blipFill rotWithShape="1">
          <a:blip r:embed="rId27">
            <a:alphaModFix/>
          </a:blip>
          <a:srcRect b="0" l="0" r="0" t="0"/>
          <a:stretch/>
        </p:blipFill>
        <p:spPr>
          <a:xfrm>
            <a:off x="834390" y="5863590"/>
            <a:ext cx="205740" cy="205740"/>
          </a:xfrm>
          <a:prstGeom prst="rect">
            <a:avLst/>
          </a:prstGeom>
          <a:noFill/>
          <a:ln>
            <a:noFill/>
          </a:ln>
        </p:spPr>
      </p:pic>
      <p:sp>
        <p:nvSpPr>
          <p:cNvPr id="264" name="Google Shape;264;p9"/>
          <p:cNvSpPr txBox="1"/>
          <p:nvPr/>
        </p:nvSpPr>
        <p:spPr>
          <a:xfrm>
            <a:off x="1325880" y="5760720"/>
            <a:ext cx="101498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1" i="0" lang="en-US" sz="1400" u="none" cap="none" strike="noStrike">
                <a:solidFill>
                  <a:schemeClr val="dk1"/>
                </a:solidFill>
                <a:latin typeface="Calibri"/>
                <a:ea typeface="Calibri"/>
                <a:cs typeface="Calibri"/>
                <a:sym typeface="Calibri"/>
              </a:rPr>
              <a:t>No AI needed: </a:t>
            </a:r>
            <a:r>
              <a:rPr b="0" i="0" lang="en-US" sz="1400" u="none" cap="none" strike="noStrike">
                <a:solidFill>
                  <a:schemeClr val="dk1"/>
                </a:solidFill>
                <a:latin typeface="Calibri"/>
                <a:ea typeface="Calibri"/>
                <a:cs typeface="Calibri"/>
                <a:sym typeface="Calibri"/>
              </a:rPr>
              <a:t>recording, storage, search, app screens and PDF export. That is normal software.</a:t>
            </a:r>
            <a:endParaRPr b="0" i="0" sz="1400" u="none" cap="none" strike="noStrike">
              <a:solidFill>
                <a:schemeClr val="dk1"/>
              </a:solidFill>
              <a:latin typeface="Calibri"/>
              <a:ea typeface="Calibri"/>
              <a:cs typeface="Calibri"/>
              <a:sym typeface="Calibri"/>
            </a:endParaRPr>
          </a:p>
        </p:txBody>
      </p:sp>
      <p:sp>
        <p:nvSpPr>
          <p:cNvPr id="265" name="Google Shape;265;p9"/>
          <p:cNvSpPr txBox="1"/>
          <p:nvPr>
            <p:ph idx="4294967295" type="sldNum"/>
          </p:nvPr>
        </p:nvSpPr>
        <p:spPr>
          <a:xfrm>
            <a:off x="11155680" y="6419088"/>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28"/>
                                        </p:tgtEl>
                                        <p:attrNameLst>
                                          <p:attrName>style.visibility</p:attrName>
                                        </p:attrNameLst>
                                      </p:cBhvr>
                                      <p:to>
                                        <p:strVal val="visible"/>
                                      </p:to>
                                    </p:set>
                                    <p:anim calcmode="lin" valueType="num">
                                      <p:cBhvr additive="base">
                                        <p:cTn dur="500"/>
                                        <p:tgtEl>
                                          <p:spTgt spid="22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29"/>
                                        </p:tgtEl>
                                        <p:attrNameLst>
                                          <p:attrName>style.visibility</p:attrName>
                                        </p:attrNameLst>
                                      </p:cBhvr>
                                      <p:to>
                                        <p:strVal val="visible"/>
                                      </p:to>
                                    </p:set>
                                    <p:anim calcmode="lin" valueType="num">
                                      <p:cBhvr additive="base">
                                        <p:cTn dur="500"/>
                                        <p:tgtEl>
                                          <p:spTgt spid="22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30"/>
                                        </p:tgtEl>
                                        <p:attrNameLst>
                                          <p:attrName>style.visibility</p:attrName>
                                        </p:attrNameLst>
                                      </p:cBhvr>
                                      <p:to>
                                        <p:strVal val="visible"/>
                                      </p:to>
                                    </p:set>
                                    <p:anim calcmode="lin" valueType="num">
                                      <p:cBhvr additive="base">
                                        <p:cTn dur="500"/>
                                        <p:tgtEl>
                                          <p:spTgt spid="23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500"/>
                                        <p:tgtEl>
                                          <p:spTgt spid="23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500"/>
                                        <p:tgtEl>
                                          <p:spTgt spid="23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33"/>
                                        </p:tgtEl>
                                        <p:attrNameLst>
                                          <p:attrName>style.visibility</p:attrName>
                                        </p:attrNameLst>
                                      </p:cBhvr>
                                      <p:to>
                                        <p:strVal val="visible"/>
                                      </p:to>
                                    </p:set>
                                    <p:anim calcmode="lin" valueType="num">
                                      <p:cBhvr additive="base">
                                        <p:cTn dur="500"/>
                                        <p:tgtEl>
                                          <p:spTgt spid="23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234"/>
                                        </p:tgtEl>
                                        <p:attrNameLst>
                                          <p:attrName>style.visibility</p:attrName>
                                        </p:attrNameLst>
                                      </p:cBhvr>
                                      <p:to>
                                        <p:strVal val="visible"/>
                                      </p:to>
                                    </p:set>
                                    <p:anim calcmode="lin" valueType="num">
                                      <p:cBhvr additive="base">
                                        <p:cTn dur="500"/>
                                        <p:tgtEl>
                                          <p:spTgt spid="23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235"/>
                                        </p:tgtEl>
                                        <p:attrNameLst>
                                          <p:attrName>style.visibility</p:attrName>
                                        </p:attrNameLst>
                                      </p:cBhvr>
                                      <p:to>
                                        <p:strVal val="visible"/>
                                      </p:to>
                                    </p:set>
                                    <p:anim calcmode="lin" valueType="num">
                                      <p:cBhvr additive="base">
                                        <p:cTn dur="500"/>
                                        <p:tgtEl>
                                          <p:spTgt spid="23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237"/>
                                        </p:tgtEl>
                                        <p:attrNameLst>
                                          <p:attrName>style.visibility</p:attrName>
                                        </p:attrNameLst>
                                      </p:cBhvr>
                                      <p:to>
                                        <p:strVal val="visible"/>
                                      </p:to>
                                    </p:set>
                                    <p:anim calcmode="lin" valueType="num">
                                      <p:cBhvr additive="base">
                                        <p:cTn dur="500"/>
                                        <p:tgtEl>
                                          <p:spTgt spid="23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236"/>
                                        </p:tgtEl>
                                        <p:attrNameLst>
                                          <p:attrName>style.visibility</p:attrName>
                                        </p:attrNameLst>
                                      </p:cBhvr>
                                      <p:to>
                                        <p:strVal val="visible"/>
                                      </p:to>
                                    </p:set>
                                    <p:anim calcmode="lin" valueType="num">
                                      <p:cBhvr additive="base">
                                        <p:cTn dur="500"/>
                                        <p:tgtEl>
                                          <p:spTgt spid="23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500"/>
                                        <p:tgtEl>
                                          <p:spTgt spid="23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239"/>
                                        </p:tgtEl>
                                        <p:attrNameLst>
                                          <p:attrName>style.visibility</p:attrName>
                                        </p:attrNameLst>
                                      </p:cBhvr>
                                      <p:to>
                                        <p:strVal val="visible"/>
                                      </p:to>
                                    </p:set>
                                    <p:anim calcmode="lin" valueType="num">
                                      <p:cBhvr additive="base">
                                        <p:cTn dur="500"/>
                                        <p:tgtEl>
                                          <p:spTgt spid="23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240"/>
                                        </p:tgtEl>
                                        <p:attrNameLst>
                                          <p:attrName>style.visibility</p:attrName>
                                        </p:attrNameLst>
                                      </p:cBhvr>
                                      <p:to>
                                        <p:strVal val="visible"/>
                                      </p:to>
                                    </p:set>
                                    <p:anim calcmode="lin" valueType="num">
                                      <p:cBhvr additive="base">
                                        <p:cTn dur="500"/>
                                        <p:tgtEl>
                                          <p:spTgt spid="24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241"/>
                                        </p:tgtEl>
                                        <p:attrNameLst>
                                          <p:attrName>style.visibility</p:attrName>
                                        </p:attrNameLst>
                                      </p:cBhvr>
                                      <p:to>
                                        <p:strVal val="visible"/>
                                      </p:to>
                                    </p:set>
                                    <p:anim calcmode="lin" valueType="num">
                                      <p:cBhvr additive="base">
                                        <p:cTn dur="500"/>
                                        <p:tgtEl>
                                          <p:spTgt spid="24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242"/>
                                        </p:tgtEl>
                                        <p:attrNameLst>
                                          <p:attrName>style.visibility</p:attrName>
                                        </p:attrNameLst>
                                      </p:cBhvr>
                                      <p:to>
                                        <p:strVal val="visible"/>
                                      </p:to>
                                    </p:set>
                                    <p:anim calcmode="lin" valueType="num">
                                      <p:cBhvr additive="base">
                                        <p:cTn dur="500"/>
                                        <p:tgtEl>
                                          <p:spTgt spid="24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243"/>
                                        </p:tgtEl>
                                        <p:attrNameLst>
                                          <p:attrName>style.visibility</p:attrName>
                                        </p:attrNameLst>
                                      </p:cBhvr>
                                      <p:to>
                                        <p:strVal val="visible"/>
                                      </p:to>
                                    </p:set>
                                    <p:anim calcmode="lin" valueType="num">
                                      <p:cBhvr additive="base">
                                        <p:cTn dur="500"/>
                                        <p:tgtEl>
                                          <p:spTgt spid="24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244"/>
                                        </p:tgtEl>
                                        <p:attrNameLst>
                                          <p:attrName>style.visibility</p:attrName>
                                        </p:attrNameLst>
                                      </p:cBhvr>
                                      <p:to>
                                        <p:strVal val="visible"/>
                                      </p:to>
                                    </p:set>
                                    <p:anim calcmode="lin" valueType="num">
                                      <p:cBhvr additive="base">
                                        <p:cTn dur="500"/>
                                        <p:tgtEl>
                                          <p:spTgt spid="24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500"/>
                                        <p:tgtEl>
                                          <p:spTgt spid="24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246"/>
                                        </p:tgtEl>
                                        <p:attrNameLst>
                                          <p:attrName>style.visibility</p:attrName>
                                        </p:attrNameLst>
                                      </p:cBhvr>
                                      <p:to>
                                        <p:strVal val="visible"/>
                                      </p:to>
                                    </p:set>
                                    <p:anim calcmode="lin" valueType="num">
                                      <p:cBhvr additive="base">
                                        <p:cTn dur="500"/>
                                        <p:tgtEl>
                                          <p:spTgt spid="24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247"/>
                                        </p:tgtEl>
                                        <p:attrNameLst>
                                          <p:attrName>style.visibility</p:attrName>
                                        </p:attrNameLst>
                                      </p:cBhvr>
                                      <p:to>
                                        <p:strVal val="visible"/>
                                      </p:to>
                                    </p:set>
                                    <p:anim calcmode="lin" valueType="num">
                                      <p:cBhvr additive="base">
                                        <p:cTn dur="500"/>
                                        <p:tgtEl>
                                          <p:spTgt spid="24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500"/>
                                        <p:tgtEl>
                                          <p:spTgt spid="24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249"/>
                                        </p:tgtEl>
                                        <p:attrNameLst>
                                          <p:attrName>style.visibility</p:attrName>
                                        </p:attrNameLst>
                                      </p:cBhvr>
                                      <p:to>
                                        <p:strVal val="visible"/>
                                      </p:to>
                                    </p:set>
                                    <p:anim calcmode="lin" valueType="num">
                                      <p:cBhvr additive="base">
                                        <p:cTn dur="500"/>
                                        <p:tgtEl>
                                          <p:spTgt spid="24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250"/>
                                        </p:tgtEl>
                                        <p:attrNameLst>
                                          <p:attrName>style.visibility</p:attrName>
                                        </p:attrNameLst>
                                      </p:cBhvr>
                                      <p:to>
                                        <p:strVal val="visible"/>
                                      </p:to>
                                    </p:set>
                                    <p:anim calcmode="lin" valueType="num">
                                      <p:cBhvr additive="base">
                                        <p:cTn dur="500"/>
                                        <p:tgtEl>
                                          <p:spTgt spid="25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0"/>
                                  </p:stCondLst>
                                  <p:childTnLst>
                                    <p:set>
                                      <p:cBhvr>
                                        <p:cTn dur="1" fill="hold">
                                          <p:stCondLst>
                                            <p:cond delay="0"/>
                                          </p:stCondLst>
                                        </p:cTn>
                                        <p:tgtEl>
                                          <p:spTgt spid="251"/>
                                        </p:tgtEl>
                                        <p:attrNameLst>
                                          <p:attrName>style.visibility</p:attrName>
                                        </p:attrNameLst>
                                      </p:cBhvr>
                                      <p:to>
                                        <p:strVal val="visible"/>
                                      </p:to>
                                    </p:set>
                                    <p:anim calcmode="lin" valueType="num">
                                      <p:cBhvr additive="base">
                                        <p:cTn dur="500"/>
                                        <p:tgtEl>
                                          <p:spTgt spid="25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80"/>
                                  </p:stCondLst>
                                  <p:childTnLst>
                                    <p:set>
                                      <p:cBhvr>
                                        <p:cTn dur="1" fill="hold">
                                          <p:stCondLst>
                                            <p:cond delay="0"/>
                                          </p:stCondLst>
                                        </p:cTn>
                                        <p:tgtEl>
                                          <p:spTgt spid="252"/>
                                        </p:tgtEl>
                                        <p:attrNameLst>
                                          <p:attrName>style.visibility</p:attrName>
                                        </p:attrNameLst>
                                      </p:cBhvr>
                                      <p:to>
                                        <p:strVal val="visible"/>
                                      </p:to>
                                    </p:set>
                                    <p:anim calcmode="lin" valueType="num">
                                      <p:cBhvr additive="base">
                                        <p:cTn dur="500"/>
                                        <p:tgtEl>
                                          <p:spTgt spid="25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360"/>
                                  </p:stCondLst>
                                  <p:childTnLst>
                                    <p:set>
                                      <p:cBhvr>
                                        <p:cTn dur="1" fill="hold">
                                          <p:stCondLst>
                                            <p:cond delay="0"/>
                                          </p:stCondLst>
                                        </p:cTn>
                                        <p:tgtEl>
                                          <p:spTgt spid="253"/>
                                        </p:tgtEl>
                                        <p:attrNameLst>
                                          <p:attrName>style.visibility</p:attrName>
                                        </p:attrNameLst>
                                      </p:cBhvr>
                                      <p:to>
                                        <p:strVal val="visible"/>
                                      </p:to>
                                    </p:set>
                                    <p:anim calcmode="lin" valueType="num">
                                      <p:cBhvr additive="base">
                                        <p:cTn dur="500"/>
                                        <p:tgtEl>
                                          <p:spTgt spid="2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440"/>
                                  </p:stCondLst>
                                  <p:childTnLst>
                                    <p:set>
                                      <p:cBhvr>
                                        <p:cTn dur="1" fill="hold">
                                          <p:stCondLst>
                                            <p:cond delay="0"/>
                                          </p:stCondLst>
                                        </p:cTn>
                                        <p:tgtEl>
                                          <p:spTgt spid="254"/>
                                        </p:tgtEl>
                                        <p:attrNameLst>
                                          <p:attrName>style.visibility</p:attrName>
                                        </p:attrNameLst>
                                      </p:cBhvr>
                                      <p:to>
                                        <p:strVal val="visible"/>
                                      </p:to>
                                    </p:set>
                                    <p:anim calcmode="lin" valueType="num">
                                      <p:cBhvr additive="base">
                                        <p:cTn dur="500"/>
                                        <p:tgtEl>
                                          <p:spTgt spid="25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600"/>
                                  </p:stCondLst>
                                  <p:childTnLst>
                                    <p:set>
                                      <p:cBhvr>
                                        <p:cTn dur="1" fill="hold">
                                          <p:stCondLst>
                                            <p:cond delay="0"/>
                                          </p:stCondLst>
                                        </p:cTn>
                                        <p:tgtEl>
                                          <p:spTgt spid="255"/>
                                        </p:tgtEl>
                                        <p:attrNameLst>
                                          <p:attrName>style.visibility</p:attrName>
                                        </p:attrNameLst>
                                      </p:cBhvr>
                                      <p:to>
                                        <p:strVal val="visible"/>
                                      </p:to>
                                    </p:set>
                                    <p:anim calcmode="lin" valueType="num">
                                      <p:cBhvr additive="base">
                                        <p:cTn dur="500"/>
                                        <p:tgtEl>
                                          <p:spTgt spid="25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700"/>
                                  </p:stCondLst>
                                  <p:childTnLst>
                                    <p:set>
                                      <p:cBhvr>
                                        <p:cTn dur="1" fill="hold">
                                          <p:stCondLst>
                                            <p:cond delay="0"/>
                                          </p:stCondLst>
                                        </p:cTn>
                                        <p:tgtEl>
                                          <p:spTgt spid="256"/>
                                        </p:tgtEl>
                                        <p:attrNameLst>
                                          <p:attrName>style.visibility</p:attrName>
                                        </p:attrNameLst>
                                      </p:cBhvr>
                                      <p:to>
                                        <p:strVal val="visible"/>
                                      </p:to>
                                    </p:set>
                                    <p:anim calcmode="lin" valueType="num">
                                      <p:cBhvr additive="base">
                                        <p:cTn dur="500"/>
                                        <p:tgtEl>
                                          <p:spTgt spid="25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780"/>
                                  </p:stCondLst>
                                  <p:childTnLst>
                                    <p:set>
                                      <p:cBhvr>
                                        <p:cTn dur="1" fill="hold">
                                          <p:stCondLst>
                                            <p:cond delay="0"/>
                                          </p:stCondLst>
                                        </p:cTn>
                                        <p:tgtEl>
                                          <p:spTgt spid="257"/>
                                        </p:tgtEl>
                                        <p:attrNameLst>
                                          <p:attrName>style.visibility</p:attrName>
                                        </p:attrNameLst>
                                      </p:cBhvr>
                                      <p:to>
                                        <p:strVal val="visible"/>
                                      </p:to>
                                    </p:set>
                                    <p:anim calcmode="lin" valueType="num">
                                      <p:cBhvr additive="base">
                                        <p:cTn dur="500"/>
                                        <p:tgtEl>
                                          <p:spTgt spid="25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860"/>
                                  </p:stCondLst>
                                  <p:childTnLst>
                                    <p:set>
                                      <p:cBhvr>
                                        <p:cTn dur="1" fill="hold">
                                          <p:stCondLst>
                                            <p:cond delay="0"/>
                                          </p:stCondLst>
                                        </p:cTn>
                                        <p:tgtEl>
                                          <p:spTgt spid="258"/>
                                        </p:tgtEl>
                                        <p:attrNameLst>
                                          <p:attrName>style.visibility</p:attrName>
                                        </p:attrNameLst>
                                      </p:cBhvr>
                                      <p:to>
                                        <p:strVal val="visible"/>
                                      </p:to>
                                    </p:set>
                                    <p:anim calcmode="lin" valueType="num">
                                      <p:cBhvr additive="base">
                                        <p:cTn dur="500"/>
                                        <p:tgtEl>
                                          <p:spTgt spid="25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939"/>
                                  </p:stCondLst>
                                  <p:childTnLst>
                                    <p:set>
                                      <p:cBhvr>
                                        <p:cTn dur="1" fill="hold">
                                          <p:stCondLst>
                                            <p:cond delay="0"/>
                                          </p:stCondLst>
                                        </p:cTn>
                                        <p:tgtEl>
                                          <p:spTgt spid="259"/>
                                        </p:tgtEl>
                                        <p:attrNameLst>
                                          <p:attrName>style.visibility</p:attrName>
                                        </p:attrNameLst>
                                      </p:cBhvr>
                                      <p:to>
                                        <p:strVal val="visible"/>
                                      </p:to>
                                    </p:set>
                                    <p:anim calcmode="lin" valueType="num">
                                      <p:cBhvr additive="base">
                                        <p:cTn dur="500"/>
                                        <p:tgtEl>
                                          <p:spTgt spid="25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0"/>
                                  </p:stCondLst>
                                  <p:childTnLst>
                                    <p:set>
                                      <p:cBhvr>
                                        <p:cTn dur="1" fill="hold">
                                          <p:stCondLst>
                                            <p:cond delay="0"/>
                                          </p:stCondLst>
                                        </p:cTn>
                                        <p:tgtEl>
                                          <p:spTgt spid="260"/>
                                        </p:tgtEl>
                                        <p:attrNameLst>
                                          <p:attrName>style.visibility</p:attrName>
                                        </p:attrNameLst>
                                      </p:cBhvr>
                                      <p:to>
                                        <p:strVal val="visible"/>
                                      </p:to>
                                    </p:set>
                                    <p:anim calcmode="lin" valueType="num">
                                      <p:cBhvr additive="base">
                                        <p:cTn dur="500"/>
                                        <p:tgtEl>
                                          <p:spTgt spid="26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200"/>
                                  </p:stCondLst>
                                  <p:childTnLst>
                                    <p:set>
                                      <p:cBhvr>
                                        <p:cTn dur="1" fill="hold">
                                          <p:stCondLst>
                                            <p:cond delay="0"/>
                                          </p:stCondLst>
                                        </p:cTn>
                                        <p:tgtEl>
                                          <p:spTgt spid="261"/>
                                        </p:tgtEl>
                                        <p:attrNameLst>
                                          <p:attrName>style.visibility</p:attrName>
                                        </p:attrNameLst>
                                      </p:cBhvr>
                                      <p:to>
                                        <p:strVal val="visible"/>
                                      </p:to>
                                    </p:set>
                                    <p:anim calcmode="lin" valueType="num">
                                      <p:cBhvr additive="base">
                                        <p:cTn dur="500"/>
                                        <p:tgtEl>
                                          <p:spTgt spid="26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200"/>
                                  </p:stCondLst>
                                  <p:childTnLst>
                                    <p:set>
                                      <p:cBhvr>
                                        <p:cTn dur="1" fill="hold">
                                          <p:stCondLst>
                                            <p:cond delay="0"/>
                                          </p:stCondLst>
                                        </p:cTn>
                                        <p:tgtEl>
                                          <p:spTgt spid="262"/>
                                        </p:tgtEl>
                                        <p:attrNameLst>
                                          <p:attrName>style.visibility</p:attrName>
                                        </p:attrNameLst>
                                      </p:cBhvr>
                                      <p:to>
                                        <p:strVal val="visible"/>
                                      </p:to>
                                    </p:set>
                                    <p:anim calcmode="lin" valueType="num">
                                      <p:cBhvr additive="base">
                                        <p:cTn dur="500"/>
                                        <p:tgtEl>
                                          <p:spTgt spid="26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200"/>
                                  </p:stCondLst>
                                  <p:childTnLst>
                                    <p:set>
                                      <p:cBhvr>
                                        <p:cTn dur="1" fill="hold">
                                          <p:stCondLst>
                                            <p:cond delay="0"/>
                                          </p:stCondLst>
                                        </p:cTn>
                                        <p:tgtEl>
                                          <p:spTgt spid="263"/>
                                        </p:tgtEl>
                                        <p:attrNameLst>
                                          <p:attrName>style.visibility</p:attrName>
                                        </p:attrNameLst>
                                      </p:cBhvr>
                                      <p:to>
                                        <p:strVal val="visible"/>
                                      </p:to>
                                    </p:set>
                                    <p:anim calcmode="lin" valueType="num">
                                      <p:cBhvr additive="base">
                                        <p:cTn dur="500"/>
                                        <p:tgtEl>
                                          <p:spTgt spid="26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200"/>
                                  </p:stCondLst>
                                  <p:childTnLst>
                                    <p:set>
                                      <p:cBhvr>
                                        <p:cTn dur="1" fill="hold">
                                          <p:stCondLst>
                                            <p:cond delay="0"/>
                                          </p:stCondLst>
                                        </p:cTn>
                                        <p:tgtEl>
                                          <p:spTgt spid="264"/>
                                        </p:tgtEl>
                                        <p:attrNameLst>
                                          <p:attrName>style.visibility</p:attrName>
                                        </p:attrNameLst>
                                      </p:cBhvr>
                                      <p:to>
                                        <p:strVal val="visible"/>
                                      </p:to>
                                    </p:set>
                                    <p:anim calcmode="lin" valueType="num">
                                      <p:cBhvr additive="base">
                                        <p:cTn dur="500"/>
                                        <p:tgtEl>
                                          <p:spTgt spid="26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0"/>
          <p:cNvSpPr txBox="1"/>
          <p:nvPr>
            <p:ph type="title"/>
          </p:nvPr>
        </p:nvSpPr>
        <p:spPr>
          <a:xfrm>
            <a:off x="548640" y="320040"/>
            <a:ext cx="11091672"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What Data Would We Need?</a:t>
            </a:r>
            <a:endParaRPr sz="3600"/>
          </a:p>
        </p:txBody>
      </p:sp>
      <p:sp>
        <p:nvSpPr>
          <p:cNvPr id="272" name="Google Shape;272;p10">
            <a:hlinkClick action="ppaction://hlinksldjump" r:id="rId3"/>
          </p:cNvPr>
          <p:cNvSpPr/>
          <p:nvPr/>
        </p:nvSpPr>
        <p:spPr>
          <a:xfrm>
            <a:off x="434340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4"/>
              </a:rPr>
              <a:t>1</a:t>
            </a:r>
            <a:endParaRPr b="0" i="0" sz="1000" u="none" cap="none" strike="noStrike">
              <a:solidFill>
                <a:schemeClr val="dk1"/>
              </a:solidFill>
              <a:latin typeface="Calibri"/>
              <a:ea typeface="Calibri"/>
              <a:cs typeface="Calibri"/>
              <a:sym typeface="Calibri"/>
            </a:endParaRPr>
          </a:p>
        </p:txBody>
      </p:sp>
      <p:sp>
        <p:nvSpPr>
          <p:cNvPr id="273" name="Google Shape;273;p10">
            <a:hlinkClick action="ppaction://hlinksldjump" r:id="rId5"/>
          </p:cNvPr>
          <p:cNvSpPr/>
          <p:nvPr/>
        </p:nvSpPr>
        <p:spPr>
          <a:xfrm>
            <a:off x="469087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6"/>
              </a:rPr>
              <a:t>2</a:t>
            </a:r>
            <a:endParaRPr b="0" i="0" sz="1000" u="none" cap="none" strike="noStrike">
              <a:solidFill>
                <a:schemeClr val="dk1"/>
              </a:solidFill>
              <a:latin typeface="Calibri"/>
              <a:ea typeface="Calibri"/>
              <a:cs typeface="Calibri"/>
              <a:sym typeface="Calibri"/>
            </a:endParaRPr>
          </a:p>
        </p:txBody>
      </p:sp>
      <p:sp>
        <p:nvSpPr>
          <p:cNvPr id="274" name="Google Shape;274;p10">
            <a:hlinkClick action="ppaction://hlinksldjump" r:id="rId7"/>
          </p:cNvPr>
          <p:cNvSpPr/>
          <p:nvPr/>
        </p:nvSpPr>
        <p:spPr>
          <a:xfrm>
            <a:off x="503834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8"/>
              </a:rPr>
              <a:t>3</a:t>
            </a:r>
            <a:endParaRPr b="0" i="0" sz="1000" u="none" cap="none" strike="noStrike">
              <a:solidFill>
                <a:schemeClr val="dk1"/>
              </a:solidFill>
              <a:latin typeface="Calibri"/>
              <a:ea typeface="Calibri"/>
              <a:cs typeface="Calibri"/>
              <a:sym typeface="Calibri"/>
            </a:endParaRPr>
          </a:p>
        </p:txBody>
      </p:sp>
      <p:sp>
        <p:nvSpPr>
          <p:cNvPr id="275" name="Google Shape;275;p10">
            <a:hlinkClick action="ppaction://hlinksldjump" r:id="rId9"/>
          </p:cNvPr>
          <p:cNvSpPr/>
          <p:nvPr/>
        </p:nvSpPr>
        <p:spPr>
          <a:xfrm>
            <a:off x="538581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0"/>
              </a:rPr>
              <a:t>4</a:t>
            </a:r>
            <a:endParaRPr b="0" i="0" sz="1000" u="none" cap="none" strike="noStrike">
              <a:solidFill>
                <a:schemeClr val="dk1"/>
              </a:solidFill>
              <a:latin typeface="Calibri"/>
              <a:ea typeface="Calibri"/>
              <a:cs typeface="Calibri"/>
              <a:sym typeface="Calibri"/>
            </a:endParaRPr>
          </a:p>
        </p:txBody>
      </p:sp>
      <p:sp>
        <p:nvSpPr>
          <p:cNvPr id="276" name="Google Shape;276;p10">
            <a:hlinkClick action="ppaction://hlinksldjump" r:id="rId11"/>
          </p:cNvPr>
          <p:cNvSpPr/>
          <p:nvPr/>
        </p:nvSpPr>
        <p:spPr>
          <a:xfrm>
            <a:off x="573328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2"/>
              </a:rPr>
              <a:t>5</a:t>
            </a:r>
            <a:endParaRPr b="0" i="0" sz="1000" u="none" cap="none" strike="noStrike">
              <a:solidFill>
                <a:schemeClr val="dk1"/>
              </a:solidFill>
              <a:latin typeface="Calibri"/>
              <a:ea typeface="Calibri"/>
              <a:cs typeface="Calibri"/>
              <a:sym typeface="Calibri"/>
            </a:endParaRPr>
          </a:p>
        </p:txBody>
      </p:sp>
      <p:sp>
        <p:nvSpPr>
          <p:cNvPr id="277" name="Google Shape;277;p10">
            <a:hlinkClick action="ppaction://hlinksldjump" r:id="rId13"/>
          </p:cNvPr>
          <p:cNvSpPr/>
          <p:nvPr/>
        </p:nvSpPr>
        <p:spPr>
          <a:xfrm>
            <a:off x="6080760" y="6419088"/>
            <a:ext cx="274320" cy="27432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4"/>
              </a:rPr>
              <a:t>6</a:t>
            </a:r>
            <a:endParaRPr b="0" i="0" sz="1000" u="none" cap="none" strike="noStrike">
              <a:solidFill>
                <a:schemeClr val="dk1"/>
              </a:solidFill>
              <a:latin typeface="Calibri"/>
              <a:ea typeface="Calibri"/>
              <a:cs typeface="Calibri"/>
              <a:sym typeface="Calibri"/>
            </a:endParaRPr>
          </a:p>
        </p:txBody>
      </p:sp>
      <p:sp>
        <p:nvSpPr>
          <p:cNvPr id="278" name="Google Shape;278;p10">
            <a:hlinkClick action="ppaction://hlinksldjump" r:id="rId15"/>
          </p:cNvPr>
          <p:cNvSpPr/>
          <p:nvPr/>
        </p:nvSpPr>
        <p:spPr>
          <a:xfrm>
            <a:off x="642823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6"/>
              </a:rPr>
              <a:t>7</a:t>
            </a:r>
            <a:endParaRPr b="0" i="0" sz="1000" u="none" cap="none" strike="noStrike">
              <a:solidFill>
                <a:schemeClr val="dk1"/>
              </a:solidFill>
              <a:latin typeface="Calibri"/>
              <a:ea typeface="Calibri"/>
              <a:cs typeface="Calibri"/>
              <a:sym typeface="Calibri"/>
            </a:endParaRPr>
          </a:p>
        </p:txBody>
      </p:sp>
      <p:sp>
        <p:nvSpPr>
          <p:cNvPr id="279" name="Google Shape;279;p10">
            <a:hlinkClick action="ppaction://hlinksldjump" r:id="rId17"/>
          </p:cNvPr>
          <p:cNvSpPr/>
          <p:nvPr/>
        </p:nvSpPr>
        <p:spPr>
          <a:xfrm>
            <a:off x="677570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8"/>
              </a:rPr>
              <a:t>8</a:t>
            </a:r>
            <a:endParaRPr b="0" i="0" sz="1000" u="none" cap="none" strike="noStrike">
              <a:solidFill>
                <a:schemeClr val="dk1"/>
              </a:solidFill>
              <a:latin typeface="Calibri"/>
              <a:ea typeface="Calibri"/>
              <a:cs typeface="Calibri"/>
              <a:sym typeface="Calibri"/>
            </a:endParaRPr>
          </a:p>
        </p:txBody>
      </p:sp>
      <p:sp>
        <p:nvSpPr>
          <p:cNvPr id="280" name="Google Shape;280;p10">
            <a:hlinkClick action="ppaction://hlinksldjump" r:id="rId19"/>
          </p:cNvPr>
          <p:cNvSpPr/>
          <p:nvPr/>
        </p:nvSpPr>
        <p:spPr>
          <a:xfrm>
            <a:off x="712317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0"/>
              </a:rPr>
              <a:t>9</a:t>
            </a:r>
            <a:endParaRPr b="0" i="0" sz="1000" u="none" cap="none" strike="noStrike">
              <a:solidFill>
                <a:schemeClr val="dk1"/>
              </a:solidFill>
              <a:latin typeface="Calibri"/>
              <a:ea typeface="Calibri"/>
              <a:cs typeface="Calibri"/>
              <a:sym typeface="Calibri"/>
            </a:endParaRPr>
          </a:p>
        </p:txBody>
      </p:sp>
      <p:sp>
        <p:nvSpPr>
          <p:cNvPr id="281" name="Google Shape;281;p10">
            <a:hlinkClick action="ppaction://hlinksldjump" r:id="rId21"/>
          </p:cNvPr>
          <p:cNvSpPr/>
          <p:nvPr/>
        </p:nvSpPr>
        <p:spPr>
          <a:xfrm>
            <a:off x="747064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2"/>
              </a:rPr>
              <a:t>10</a:t>
            </a:r>
            <a:endParaRPr b="0" i="0" sz="1000" u="none" cap="none" strike="noStrike">
              <a:solidFill>
                <a:schemeClr val="dk1"/>
              </a:solidFill>
              <a:latin typeface="Calibri"/>
              <a:ea typeface="Calibri"/>
              <a:cs typeface="Calibri"/>
              <a:sym typeface="Calibri"/>
            </a:endParaRPr>
          </a:p>
        </p:txBody>
      </p:sp>
      <p:sp>
        <p:nvSpPr>
          <p:cNvPr id="282" name="Google Shape;282;p10"/>
          <p:cNvSpPr txBox="1"/>
          <p:nvPr/>
        </p:nvSpPr>
        <p:spPr>
          <a:xfrm>
            <a:off x="548640" y="1371600"/>
            <a:ext cx="65836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2000"/>
              <a:buFont typeface="Calibri"/>
              <a:buNone/>
            </a:pPr>
            <a:r>
              <a:rPr b="1" i="0" lang="en-US" sz="2000" u="none" cap="none" strike="noStrike">
                <a:solidFill>
                  <a:schemeClr val="accent3"/>
                </a:solidFill>
                <a:latin typeface="Calibri"/>
                <a:ea typeface="Calibri"/>
                <a:cs typeface="Calibri"/>
                <a:sym typeface="Calibri"/>
              </a:rPr>
              <a:t>Data types</a:t>
            </a:r>
            <a:endParaRPr b="0" i="0" sz="2000" u="none" cap="none" strike="noStrike">
              <a:solidFill>
                <a:schemeClr val="dk1"/>
              </a:solidFill>
              <a:latin typeface="Calibri"/>
              <a:ea typeface="Calibri"/>
              <a:cs typeface="Calibri"/>
              <a:sym typeface="Calibri"/>
            </a:endParaRPr>
          </a:p>
        </p:txBody>
      </p:sp>
      <p:sp>
        <p:nvSpPr>
          <p:cNvPr id="283" name="Google Shape;283;p10"/>
          <p:cNvSpPr/>
          <p:nvPr/>
        </p:nvSpPr>
        <p:spPr>
          <a:xfrm>
            <a:off x="548640" y="1828800"/>
            <a:ext cx="3200400" cy="201168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0"/>
          <p:cNvSpPr/>
          <p:nvPr/>
        </p:nvSpPr>
        <p:spPr>
          <a:xfrm>
            <a:off x="777240" y="205740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eadphones icon" id="285" name="Google Shape;285;p10"/>
          <p:cNvPicPr preferRelativeResize="0"/>
          <p:nvPr/>
        </p:nvPicPr>
        <p:blipFill rotWithShape="1">
          <a:blip r:embed="rId23">
            <a:alphaModFix/>
          </a:blip>
          <a:srcRect b="0" l="0" r="0" t="0"/>
          <a:stretch/>
        </p:blipFill>
        <p:spPr>
          <a:xfrm>
            <a:off x="902970" y="2183130"/>
            <a:ext cx="251460" cy="251460"/>
          </a:xfrm>
          <a:prstGeom prst="rect">
            <a:avLst/>
          </a:prstGeom>
          <a:noFill/>
          <a:ln>
            <a:noFill/>
          </a:ln>
        </p:spPr>
      </p:pic>
      <p:sp>
        <p:nvSpPr>
          <p:cNvPr id="286" name="Google Shape;286;p10"/>
          <p:cNvSpPr txBox="1"/>
          <p:nvPr/>
        </p:nvSpPr>
        <p:spPr>
          <a:xfrm>
            <a:off x="1417320" y="2176272"/>
            <a:ext cx="21945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Audio</a:t>
            </a:r>
            <a:endParaRPr b="0" i="0" sz="1800" u="none" cap="none" strike="noStrike">
              <a:solidFill>
                <a:schemeClr val="dk1"/>
              </a:solidFill>
              <a:latin typeface="Calibri"/>
              <a:ea typeface="Calibri"/>
              <a:cs typeface="Calibri"/>
              <a:sym typeface="Calibri"/>
            </a:endParaRPr>
          </a:p>
        </p:txBody>
      </p:sp>
      <p:sp>
        <p:nvSpPr>
          <p:cNvPr id="287" name="Google Shape;287;p10"/>
          <p:cNvSpPr txBox="1"/>
          <p:nvPr/>
        </p:nvSpPr>
        <p:spPr>
          <a:xfrm>
            <a:off x="777240" y="2743200"/>
            <a:ext cx="27432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Real Hinglish lectures from different teachers, accents and noisy rooms (with permission).</a:t>
            </a:r>
            <a:endParaRPr b="0" i="0" sz="1400" u="none" cap="none" strike="noStrike">
              <a:solidFill>
                <a:schemeClr val="dk1"/>
              </a:solidFill>
              <a:latin typeface="Calibri"/>
              <a:ea typeface="Calibri"/>
              <a:cs typeface="Calibri"/>
              <a:sym typeface="Calibri"/>
            </a:endParaRPr>
          </a:p>
        </p:txBody>
      </p:sp>
      <p:sp>
        <p:nvSpPr>
          <p:cNvPr id="288" name="Google Shape;288;p10"/>
          <p:cNvSpPr/>
          <p:nvPr/>
        </p:nvSpPr>
        <p:spPr>
          <a:xfrm>
            <a:off x="3931920" y="1828800"/>
            <a:ext cx="3200400" cy="201168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0"/>
          <p:cNvSpPr/>
          <p:nvPr/>
        </p:nvSpPr>
        <p:spPr>
          <a:xfrm>
            <a:off x="4160520" y="205740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leAlt icon" id="290" name="Google Shape;290;p10"/>
          <p:cNvPicPr preferRelativeResize="0"/>
          <p:nvPr/>
        </p:nvPicPr>
        <p:blipFill rotWithShape="1">
          <a:blip r:embed="rId24">
            <a:alphaModFix/>
          </a:blip>
          <a:srcRect b="0" l="0" r="0" t="0"/>
          <a:stretch/>
        </p:blipFill>
        <p:spPr>
          <a:xfrm>
            <a:off x="4286250" y="2183130"/>
            <a:ext cx="251460" cy="251460"/>
          </a:xfrm>
          <a:prstGeom prst="rect">
            <a:avLst/>
          </a:prstGeom>
          <a:noFill/>
          <a:ln>
            <a:noFill/>
          </a:ln>
        </p:spPr>
      </p:pic>
      <p:sp>
        <p:nvSpPr>
          <p:cNvPr id="291" name="Google Shape;291;p10"/>
          <p:cNvSpPr txBox="1"/>
          <p:nvPr/>
        </p:nvSpPr>
        <p:spPr>
          <a:xfrm>
            <a:off x="4800600" y="2176272"/>
            <a:ext cx="21945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Transcripts</a:t>
            </a:r>
            <a:endParaRPr b="0" i="0" sz="1800" u="none" cap="none" strike="noStrike">
              <a:solidFill>
                <a:schemeClr val="dk1"/>
              </a:solidFill>
              <a:latin typeface="Calibri"/>
              <a:ea typeface="Calibri"/>
              <a:cs typeface="Calibri"/>
              <a:sym typeface="Calibri"/>
            </a:endParaRPr>
          </a:p>
        </p:txBody>
      </p:sp>
      <p:sp>
        <p:nvSpPr>
          <p:cNvPr id="292" name="Google Shape;292;p10"/>
          <p:cNvSpPr txBox="1"/>
          <p:nvPr/>
        </p:nvSpPr>
        <p:spPr>
          <a:xfrm>
            <a:off x="4160520" y="2743200"/>
            <a:ext cx="27432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Human-checked text for those recordings, to measure word error rate.</a:t>
            </a:r>
            <a:endParaRPr b="0" i="0" sz="1400" u="none" cap="none" strike="noStrike">
              <a:solidFill>
                <a:schemeClr val="dk1"/>
              </a:solidFill>
              <a:latin typeface="Calibri"/>
              <a:ea typeface="Calibri"/>
              <a:cs typeface="Calibri"/>
              <a:sym typeface="Calibri"/>
            </a:endParaRPr>
          </a:p>
        </p:txBody>
      </p:sp>
      <p:sp>
        <p:nvSpPr>
          <p:cNvPr id="293" name="Google Shape;293;p10"/>
          <p:cNvSpPr/>
          <p:nvPr/>
        </p:nvSpPr>
        <p:spPr>
          <a:xfrm>
            <a:off x="548640" y="4023360"/>
            <a:ext cx="3200400" cy="201168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0"/>
          <p:cNvSpPr/>
          <p:nvPr/>
        </p:nvSpPr>
        <p:spPr>
          <a:xfrm>
            <a:off x="777240" y="425196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BookOpen icon" id="295" name="Google Shape;295;p10"/>
          <p:cNvPicPr preferRelativeResize="0"/>
          <p:nvPr/>
        </p:nvPicPr>
        <p:blipFill rotWithShape="1">
          <a:blip r:embed="rId25">
            <a:alphaModFix/>
          </a:blip>
          <a:srcRect b="0" l="0" r="0" t="0"/>
          <a:stretch/>
        </p:blipFill>
        <p:spPr>
          <a:xfrm>
            <a:off x="902970" y="4377690"/>
            <a:ext cx="251460" cy="251460"/>
          </a:xfrm>
          <a:prstGeom prst="rect">
            <a:avLst/>
          </a:prstGeom>
          <a:noFill/>
          <a:ln>
            <a:noFill/>
          </a:ln>
        </p:spPr>
      </p:pic>
      <p:sp>
        <p:nvSpPr>
          <p:cNvPr id="296" name="Google Shape;296;p10"/>
          <p:cNvSpPr txBox="1"/>
          <p:nvPr/>
        </p:nvSpPr>
        <p:spPr>
          <a:xfrm>
            <a:off x="1417320" y="4370832"/>
            <a:ext cx="21945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Course text</a:t>
            </a:r>
            <a:endParaRPr b="0" i="0" sz="1800" u="none" cap="none" strike="noStrike">
              <a:solidFill>
                <a:schemeClr val="dk1"/>
              </a:solidFill>
              <a:latin typeface="Calibri"/>
              <a:ea typeface="Calibri"/>
              <a:cs typeface="Calibri"/>
              <a:sym typeface="Calibri"/>
            </a:endParaRPr>
          </a:p>
        </p:txBody>
      </p:sp>
      <p:sp>
        <p:nvSpPr>
          <p:cNvPr id="297" name="Google Shape;297;p10"/>
          <p:cNvSpPr txBox="1"/>
          <p:nvPr/>
        </p:nvSpPr>
        <p:spPr>
          <a:xfrm>
            <a:off x="777240" y="4937760"/>
            <a:ext cx="27432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Slides, syllabus and an ECE glossary to catch technical terms.</a:t>
            </a:r>
            <a:endParaRPr b="0" i="0" sz="1400" u="none" cap="none" strike="noStrike">
              <a:solidFill>
                <a:schemeClr val="dk1"/>
              </a:solidFill>
              <a:latin typeface="Calibri"/>
              <a:ea typeface="Calibri"/>
              <a:cs typeface="Calibri"/>
              <a:sym typeface="Calibri"/>
            </a:endParaRPr>
          </a:p>
        </p:txBody>
      </p:sp>
      <p:sp>
        <p:nvSpPr>
          <p:cNvPr id="298" name="Google Shape;298;p10"/>
          <p:cNvSpPr/>
          <p:nvPr/>
        </p:nvSpPr>
        <p:spPr>
          <a:xfrm>
            <a:off x="3931920" y="4023360"/>
            <a:ext cx="3200400" cy="2011680"/>
          </a:xfrm>
          <a:prstGeom prst="roundRect">
            <a:avLst>
              <a:gd fmla="val 6364"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0"/>
          <p:cNvSpPr/>
          <p:nvPr/>
        </p:nvSpPr>
        <p:spPr>
          <a:xfrm>
            <a:off x="4160520" y="425196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lipboardCheck icon" id="300" name="Google Shape;300;p10"/>
          <p:cNvPicPr preferRelativeResize="0"/>
          <p:nvPr/>
        </p:nvPicPr>
        <p:blipFill rotWithShape="1">
          <a:blip r:embed="rId26">
            <a:alphaModFix/>
          </a:blip>
          <a:srcRect b="0" l="0" r="0" t="0"/>
          <a:stretch/>
        </p:blipFill>
        <p:spPr>
          <a:xfrm>
            <a:off x="4286250" y="4377690"/>
            <a:ext cx="251460" cy="251460"/>
          </a:xfrm>
          <a:prstGeom prst="rect">
            <a:avLst/>
          </a:prstGeom>
          <a:noFill/>
          <a:ln>
            <a:noFill/>
          </a:ln>
        </p:spPr>
      </p:pic>
      <p:sp>
        <p:nvSpPr>
          <p:cNvPr id="301" name="Google Shape;301;p10"/>
          <p:cNvSpPr txBox="1"/>
          <p:nvPr/>
        </p:nvSpPr>
        <p:spPr>
          <a:xfrm>
            <a:off x="4800600" y="4370832"/>
            <a:ext cx="21945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Calibri"/>
              <a:buNone/>
            </a:pPr>
            <a:r>
              <a:rPr b="1" i="0" lang="en-US" sz="1800" u="none" cap="none" strike="noStrike">
                <a:solidFill>
                  <a:schemeClr val="dk1"/>
                </a:solidFill>
                <a:latin typeface="Calibri"/>
                <a:ea typeface="Calibri"/>
                <a:cs typeface="Calibri"/>
                <a:sym typeface="Calibri"/>
              </a:rPr>
              <a:t>Feedback</a:t>
            </a:r>
            <a:endParaRPr b="0" i="0" sz="1800" u="none" cap="none" strike="noStrike">
              <a:solidFill>
                <a:schemeClr val="dk1"/>
              </a:solidFill>
              <a:latin typeface="Calibri"/>
              <a:ea typeface="Calibri"/>
              <a:cs typeface="Calibri"/>
              <a:sym typeface="Calibri"/>
            </a:endParaRPr>
          </a:p>
        </p:txBody>
      </p:sp>
      <p:sp>
        <p:nvSpPr>
          <p:cNvPr id="302" name="Google Shape;302;p10"/>
          <p:cNvSpPr txBox="1"/>
          <p:nvPr/>
        </p:nvSpPr>
        <p:spPr>
          <a:xfrm>
            <a:off x="4160520" y="4937760"/>
            <a:ext cx="27432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Which notes students edit or mark wrong, to keep improving the system.</a:t>
            </a:r>
            <a:endParaRPr b="0" i="0" sz="1400" u="none" cap="none" strike="noStrike">
              <a:solidFill>
                <a:schemeClr val="dk1"/>
              </a:solidFill>
              <a:latin typeface="Calibri"/>
              <a:ea typeface="Calibri"/>
              <a:cs typeface="Calibri"/>
              <a:sym typeface="Calibri"/>
            </a:endParaRPr>
          </a:p>
        </p:txBody>
      </p:sp>
      <p:sp>
        <p:nvSpPr>
          <p:cNvPr id="303" name="Google Shape;303;p10"/>
          <p:cNvSpPr txBox="1"/>
          <p:nvPr/>
        </p:nvSpPr>
        <p:spPr>
          <a:xfrm>
            <a:off x="7498080" y="1371600"/>
            <a:ext cx="41148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2000"/>
              <a:buFont typeface="Calibri"/>
              <a:buNone/>
            </a:pPr>
            <a:r>
              <a:rPr b="1" i="0" lang="en-US" sz="2000" u="none" cap="none" strike="noStrike">
                <a:solidFill>
                  <a:schemeClr val="accent3"/>
                </a:solidFill>
                <a:latin typeface="Calibri"/>
                <a:ea typeface="Calibri"/>
                <a:cs typeface="Calibri"/>
                <a:sym typeface="Calibri"/>
              </a:rPr>
              <a:t>Where could it come from?</a:t>
            </a:r>
            <a:endParaRPr b="0" i="0" sz="2000" u="none" cap="none" strike="noStrike">
              <a:solidFill>
                <a:schemeClr val="dk1"/>
              </a:solidFill>
              <a:latin typeface="Calibri"/>
              <a:ea typeface="Calibri"/>
              <a:cs typeface="Calibri"/>
              <a:sym typeface="Calibri"/>
            </a:endParaRPr>
          </a:p>
        </p:txBody>
      </p:sp>
      <p:sp>
        <p:nvSpPr>
          <p:cNvPr id="304" name="Google Shape;304;p10"/>
          <p:cNvSpPr/>
          <p:nvPr/>
        </p:nvSpPr>
        <p:spPr>
          <a:xfrm>
            <a:off x="7498080" y="1828800"/>
            <a:ext cx="4142232" cy="960120"/>
          </a:xfrm>
          <a:prstGeom prst="roundRect">
            <a:avLst>
              <a:gd fmla="val 13333"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0"/>
          <p:cNvSpPr txBox="1"/>
          <p:nvPr/>
        </p:nvSpPr>
        <p:spPr>
          <a:xfrm>
            <a:off x="7726680" y="1920240"/>
            <a:ext cx="3749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MUCS 2021 (OpenSLR 104)</a:t>
            </a:r>
            <a:endParaRPr b="0" i="0" sz="1500" u="none" cap="none" strike="noStrike">
              <a:solidFill>
                <a:schemeClr val="dk1"/>
              </a:solidFill>
              <a:latin typeface="Calibri"/>
              <a:ea typeface="Calibri"/>
              <a:cs typeface="Calibri"/>
              <a:sym typeface="Calibri"/>
            </a:endParaRPr>
          </a:p>
        </p:txBody>
      </p:sp>
      <p:sp>
        <p:nvSpPr>
          <p:cNvPr id="306" name="Google Shape;306;p10"/>
          <p:cNvSpPr txBox="1"/>
          <p:nvPr/>
        </p:nvSpPr>
        <p:spPr>
          <a:xfrm>
            <a:off x="7726680" y="2194560"/>
            <a:ext cx="37490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About 90 hours of Hindi–English tutorial speech. Closest to lectures I found.</a:t>
            </a:r>
            <a:endParaRPr b="0" i="0" sz="1400" u="none" cap="none" strike="noStrike">
              <a:solidFill>
                <a:schemeClr val="dk1"/>
              </a:solidFill>
              <a:latin typeface="Calibri"/>
              <a:ea typeface="Calibri"/>
              <a:cs typeface="Calibri"/>
              <a:sym typeface="Calibri"/>
            </a:endParaRPr>
          </a:p>
        </p:txBody>
      </p:sp>
      <p:sp>
        <p:nvSpPr>
          <p:cNvPr id="307" name="Google Shape;307;p10"/>
          <p:cNvSpPr/>
          <p:nvPr/>
        </p:nvSpPr>
        <p:spPr>
          <a:xfrm>
            <a:off x="7498080" y="2898648"/>
            <a:ext cx="4142232" cy="960120"/>
          </a:xfrm>
          <a:prstGeom prst="roundRect">
            <a:avLst>
              <a:gd fmla="val 13333"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0"/>
          <p:cNvSpPr txBox="1"/>
          <p:nvPr/>
        </p:nvSpPr>
        <p:spPr>
          <a:xfrm>
            <a:off x="7726680" y="2990088"/>
            <a:ext cx="3749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IITG-HingCoS and HiACC</a:t>
            </a:r>
            <a:endParaRPr b="0" i="0" sz="1500" u="none" cap="none" strike="noStrike">
              <a:solidFill>
                <a:schemeClr val="dk1"/>
              </a:solidFill>
              <a:latin typeface="Calibri"/>
              <a:ea typeface="Calibri"/>
              <a:cs typeface="Calibri"/>
              <a:sym typeface="Calibri"/>
            </a:endParaRPr>
          </a:p>
        </p:txBody>
      </p:sp>
      <p:sp>
        <p:nvSpPr>
          <p:cNvPr id="309" name="Google Shape;309;p10"/>
          <p:cNvSpPr txBox="1"/>
          <p:nvPr/>
        </p:nvSpPr>
        <p:spPr>
          <a:xfrm>
            <a:off x="7726680" y="3264408"/>
            <a:ext cx="37490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Public Hinglish speech sets (HingCoS is about 25 hours), mostly not classroom lectures.</a:t>
            </a:r>
            <a:endParaRPr b="0" i="0" sz="1400" u="none" cap="none" strike="noStrike">
              <a:solidFill>
                <a:schemeClr val="dk1"/>
              </a:solidFill>
              <a:latin typeface="Calibri"/>
              <a:ea typeface="Calibri"/>
              <a:cs typeface="Calibri"/>
              <a:sym typeface="Calibri"/>
            </a:endParaRPr>
          </a:p>
        </p:txBody>
      </p:sp>
      <p:sp>
        <p:nvSpPr>
          <p:cNvPr id="310" name="Google Shape;310;p10"/>
          <p:cNvSpPr/>
          <p:nvPr/>
        </p:nvSpPr>
        <p:spPr>
          <a:xfrm>
            <a:off x="7498080" y="3968496"/>
            <a:ext cx="4142232" cy="960120"/>
          </a:xfrm>
          <a:prstGeom prst="roundRect">
            <a:avLst>
              <a:gd fmla="val 13333"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0"/>
          <p:cNvSpPr txBox="1"/>
          <p:nvPr/>
        </p:nvSpPr>
        <p:spPr>
          <a:xfrm>
            <a:off x="7726680" y="4059936"/>
            <a:ext cx="37490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1"/>
              </a:buClr>
              <a:buSzPts val="1500"/>
              <a:buFont typeface="Calibri"/>
              <a:buNone/>
            </a:pPr>
            <a:r>
              <a:rPr b="1" i="0" lang="en-US" sz="1500" u="none" cap="none" strike="noStrike">
                <a:solidFill>
                  <a:schemeClr val="accent1"/>
                </a:solidFill>
                <a:latin typeface="Calibri"/>
                <a:ea typeface="Calibri"/>
                <a:cs typeface="Calibri"/>
                <a:sym typeface="Calibri"/>
              </a:rPr>
              <a:t>AI4Bharat datasets</a:t>
            </a:r>
            <a:endParaRPr b="0" i="0" sz="1500" u="none" cap="none" strike="noStrike">
              <a:solidFill>
                <a:schemeClr val="dk1"/>
              </a:solidFill>
              <a:latin typeface="Calibri"/>
              <a:ea typeface="Calibri"/>
              <a:cs typeface="Calibri"/>
              <a:sym typeface="Calibri"/>
            </a:endParaRPr>
          </a:p>
        </p:txBody>
      </p:sp>
      <p:sp>
        <p:nvSpPr>
          <p:cNvPr id="312" name="Google Shape;312;p10"/>
          <p:cNvSpPr txBox="1"/>
          <p:nvPr/>
        </p:nvSpPr>
        <p:spPr>
          <a:xfrm>
            <a:off x="7726680" y="4334256"/>
            <a:ext cx="37490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IndicVoices (~12,000 hours of Indian speech) and Vistaar benchmarks for testing.</a:t>
            </a:r>
            <a:endParaRPr b="0" i="0" sz="1400" u="none" cap="none" strike="noStrike">
              <a:solidFill>
                <a:schemeClr val="dk1"/>
              </a:solidFill>
              <a:latin typeface="Calibri"/>
              <a:ea typeface="Calibri"/>
              <a:cs typeface="Calibri"/>
              <a:sym typeface="Calibri"/>
            </a:endParaRPr>
          </a:p>
        </p:txBody>
      </p:sp>
      <p:sp>
        <p:nvSpPr>
          <p:cNvPr id="313" name="Google Shape;313;p10"/>
          <p:cNvSpPr txBox="1"/>
          <p:nvPr/>
        </p:nvSpPr>
        <p:spPr>
          <a:xfrm>
            <a:off x="7726680" y="5404104"/>
            <a:ext cx="37490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A few lectures recorded with permission and corrected by hand.</a:t>
            </a:r>
            <a:endParaRPr b="0" i="0" sz="1400" u="none" cap="none" strike="noStrike">
              <a:solidFill>
                <a:schemeClr val="dk1"/>
              </a:solidFill>
              <a:latin typeface="Calibri"/>
              <a:ea typeface="Calibri"/>
              <a:cs typeface="Calibri"/>
              <a:sym typeface="Calibri"/>
            </a:endParaRPr>
          </a:p>
        </p:txBody>
      </p:sp>
      <p:sp>
        <p:nvSpPr>
          <p:cNvPr id="314" name="Google Shape;314;p10"/>
          <p:cNvSpPr txBox="1"/>
          <p:nvPr>
            <p:ph idx="4294967295" type="sldNum"/>
          </p:nvPr>
        </p:nvSpPr>
        <p:spPr>
          <a:xfrm>
            <a:off x="11155680" y="6419088"/>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82"/>
                                        </p:tgtEl>
                                        <p:attrNameLst>
                                          <p:attrName>style.visibility</p:attrName>
                                        </p:attrNameLst>
                                      </p:cBhvr>
                                      <p:to>
                                        <p:strVal val="visible"/>
                                      </p:to>
                                    </p:set>
                                    <p:anim calcmode="lin" valueType="num">
                                      <p:cBhvr additive="base">
                                        <p:cTn dur="500"/>
                                        <p:tgtEl>
                                          <p:spTgt spid="28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83"/>
                                        </p:tgtEl>
                                        <p:attrNameLst>
                                          <p:attrName>style.visibility</p:attrName>
                                        </p:attrNameLst>
                                      </p:cBhvr>
                                      <p:to>
                                        <p:strVal val="visible"/>
                                      </p:to>
                                    </p:set>
                                    <p:anim calcmode="lin" valueType="num">
                                      <p:cBhvr additive="base">
                                        <p:cTn dur="500"/>
                                        <p:tgtEl>
                                          <p:spTgt spid="28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84"/>
                                        </p:tgtEl>
                                        <p:attrNameLst>
                                          <p:attrName>style.visibility</p:attrName>
                                        </p:attrNameLst>
                                      </p:cBhvr>
                                      <p:to>
                                        <p:strVal val="visible"/>
                                      </p:to>
                                    </p:set>
                                    <p:anim calcmode="lin" valueType="num">
                                      <p:cBhvr additive="base">
                                        <p:cTn dur="500"/>
                                        <p:tgtEl>
                                          <p:spTgt spid="28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86"/>
                                        </p:tgtEl>
                                        <p:attrNameLst>
                                          <p:attrName>style.visibility</p:attrName>
                                        </p:attrNameLst>
                                      </p:cBhvr>
                                      <p:to>
                                        <p:strVal val="visible"/>
                                      </p:to>
                                    </p:set>
                                    <p:anim calcmode="lin" valueType="num">
                                      <p:cBhvr additive="base">
                                        <p:cTn dur="500"/>
                                        <p:tgtEl>
                                          <p:spTgt spid="28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287"/>
                                        </p:tgtEl>
                                        <p:attrNameLst>
                                          <p:attrName>style.visibility</p:attrName>
                                        </p:attrNameLst>
                                      </p:cBhvr>
                                      <p:to>
                                        <p:strVal val="visible"/>
                                      </p:to>
                                    </p:set>
                                    <p:anim calcmode="lin" valueType="num">
                                      <p:cBhvr additive="base">
                                        <p:cTn dur="500"/>
                                        <p:tgtEl>
                                          <p:spTgt spid="28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288"/>
                                        </p:tgtEl>
                                        <p:attrNameLst>
                                          <p:attrName>style.visibility</p:attrName>
                                        </p:attrNameLst>
                                      </p:cBhvr>
                                      <p:to>
                                        <p:strVal val="visible"/>
                                      </p:to>
                                    </p:set>
                                    <p:anim calcmode="lin" valueType="num">
                                      <p:cBhvr additive="base">
                                        <p:cTn dur="500"/>
                                        <p:tgtEl>
                                          <p:spTgt spid="28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289"/>
                                        </p:tgtEl>
                                        <p:attrNameLst>
                                          <p:attrName>style.visibility</p:attrName>
                                        </p:attrNameLst>
                                      </p:cBhvr>
                                      <p:to>
                                        <p:strVal val="visible"/>
                                      </p:to>
                                    </p:set>
                                    <p:anim calcmode="lin" valueType="num">
                                      <p:cBhvr additive="base">
                                        <p:cTn dur="500"/>
                                        <p:tgtEl>
                                          <p:spTgt spid="28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290"/>
                                        </p:tgtEl>
                                        <p:attrNameLst>
                                          <p:attrName>style.visibility</p:attrName>
                                        </p:attrNameLst>
                                      </p:cBhvr>
                                      <p:to>
                                        <p:strVal val="visible"/>
                                      </p:to>
                                    </p:set>
                                    <p:anim calcmode="lin" valueType="num">
                                      <p:cBhvr additive="base">
                                        <p:cTn dur="500"/>
                                        <p:tgtEl>
                                          <p:spTgt spid="29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291"/>
                                        </p:tgtEl>
                                        <p:attrNameLst>
                                          <p:attrName>style.visibility</p:attrName>
                                        </p:attrNameLst>
                                      </p:cBhvr>
                                      <p:to>
                                        <p:strVal val="visible"/>
                                      </p:to>
                                    </p:set>
                                    <p:anim calcmode="lin" valueType="num">
                                      <p:cBhvr additive="base">
                                        <p:cTn dur="500"/>
                                        <p:tgtEl>
                                          <p:spTgt spid="29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292"/>
                                        </p:tgtEl>
                                        <p:attrNameLst>
                                          <p:attrName>style.visibility</p:attrName>
                                        </p:attrNameLst>
                                      </p:cBhvr>
                                      <p:to>
                                        <p:strVal val="visible"/>
                                      </p:to>
                                    </p:set>
                                    <p:anim calcmode="lin" valueType="num">
                                      <p:cBhvr additive="base">
                                        <p:cTn dur="500"/>
                                        <p:tgtEl>
                                          <p:spTgt spid="2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293"/>
                                        </p:tgtEl>
                                        <p:attrNameLst>
                                          <p:attrName>style.visibility</p:attrName>
                                        </p:attrNameLst>
                                      </p:cBhvr>
                                      <p:to>
                                        <p:strVal val="visible"/>
                                      </p:to>
                                    </p:set>
                                    <p:anim calcmode="lin" valueType="num">
                                      <p:cBhvr additive="base">
                                        <p:cTn dur="500"/>
                                        <p:tgtEl>
                                          <p:spTgt spid="29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294"/>
                                        </p:tgtEl>
                                        <p:attrNameLst>
                                          <p:attrName>style.visibility</p:attrName>
                                        </p:attrNameLst>
                                      </p:cBhvr>
                                      <p:to>
                                        <p:strVal val="visible"/>
                                      </p:to>
                                    </p:set>
                                    <p:anim calcmode="lin" valueType="num">
                                      <p:cBhvr additive="base">
                                        <p:cTn dur="500"/>
                                        <p:tgtEl>
                                          <p:spTgt spid="29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295"/>
                                        </p:tgtEl>
                                        <p:attrNameLst>
                                          <p:attrName>style.visibility</p:attrName>
                                        </p:attrNameLst>
                                      </p:cBhvr>
                                      <p:to>
                                        <p:strVal val="visible"/>
                                      </p:to>
                                    </p:set>
                                    <p:anim calcmode="lin" valueType="num">
                                      <p:cBhvr additive="base">
                                        <p:cTn dur="500"/>
                                        <p:tgtEl>
                                          <p:spTgt spid="29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296"/>
                                        </p:tgtEl>
                                        <p:attrNameLst>
                                          <p:attrName>style.visibility</p:attrName>
                                        </p:attrNameLst>
                                      </p:cBhvr>
                                      <p:to>
                                        <p:strVal val="visible"/>
                                      </p:to>
                                    </p:set>
                                    <p:anim calcmode="lin" valueType="num">
                                      <p:cBhvr additive="base">
                                        <p:cTn dur="500"/>
                                        <p:tgtEl>
                                          <p:spTgt spid="29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297"/>
                                        </p:tgtEl>
                                        <p:attrNameLst>
                                          <p:attrName>style.visibility</p:attrName>
                                        </p:attrNameLst>
                                      </p:cBhvr>
                                      <p:to>
                                        <p:strVal val="visible"/>
                                      </p:to>
                                    </p:set>
                                    <p:anim calcmode="lin" valueType="num">
                                      <p:cBhvr additive="base">
                                        <p:cTn dur="500"/>
                                        <p:tgtEl>
                                          <p:spTgt spid="29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298"/>
                                        </p:tgtEl>
                                        <p:attrNameLst>
                                          <p:attrName>style.visibility</p:attrName>
                                        </p:attrNameLst>
                                      </p:cBhvr>
                                      <p:to>
                                        <p:strVal val="visible"/>
                                      </p:to>
                                    </p:set>
                                    <p:anim calcmode="lin" valueType="num">
                                      <p:cBhvr additive="base">
                                        <p:cTn dur="500"/>
                                        <p:tgtEl>
                                          <p:spTgt spid="29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299"/>
                                        </p:tgtEl>
                                        <p:attrNameLst>
                                          <p:attrName>style.visibility</p:attrName>
                                        </p:attrNameLst>
                                      </p:cBhvr>
                                      <p:to>
                                        <p:strVal val="visible"/>
                                      </p:to>
                                    </p:set>
                                    <p:anim calcmode="lin" valueType="num">
                                      <p:cBhvr additive="base">
                                        <p:cTn dur="500"/>
                                        <p:tgtEl>
                                          <p:spTgt spid="29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500"/>
                                        <p:tgtEl>
                                          <p:spTgt spid="30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301"/>
                                        </p:tgtEl>
                                        <p:attrNameLst>
                                          <p:attrName>style.visibility</p:attrName>
                                        </p:attrNameLst>
                                      </p:cBhvr>
                                      <p:to>
                                        <p:strVal val="visible"/>
                                      </p:to>
                                    </p:set>
                                    <p:anim calcmode="lin" valueType="num">
                                      <p:cBhvr additive="base">
                                        <p:cTn dur="500"/>
                                        <p:tgtEl>
                                          <p:spTgt spid="30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302"/>
                                        </p:tgtEl>
                                        <p:attrNameLst>
                                          <p:attrName>style.visibility</p:attrName>
                                        </p:attrNameLst>
                                      </p:cBhvr>
                                      <p:to>
                                        <p:strVal val="visible"/>
                                      </p:to>
                                    </p:set>
                                    <p:anim calcmode="lin" valueType="num">
                                      <p:cBhvr additive="base">
                                        <p:cTn dur="500"/>
                                        <p:tgtEl>
                                          <p:spTgt spid="30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303"/>
                                        </p:tgtEl>
                                        <p:attrNameLst>
                                          <p:attrName>style.visibility</p:attrName>
                                        </p:attrNameLst>
                                      </p:cBhvr>
                                      <p:to>
                                        <p:strVal val="visible"/>
                                      </p:to>
                                    </p:set>
                                    <p:anim calcmode="lin" valueType="num">
                                      <p:cBhvr additive="base">
                                        <p:cTn dur="500"/>
                                        <p:tgtEl>
                                          <p:spTgt spid="3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0"/>
                                  </p:stCondLst>
                                  <p:childTnLst>
                                    <p:set>
                                      <p:cBhvr>
                                        <p:cTn dur="1" fill="hold">
                                          <p:stCondLst>
                                            <p:cond delay="0"/>
                                          </p:stCondLst>
                                        </p:cTn>
                                        <p:tgtEl>
                                          <p:spTgt spid="304"/>
                                        </p:tgtEl>
                                        <p:attrNameLst>
                                          <p:attrName>style.visibility</p:attrName>
                                        </p:attrNameLst>
                                      </p:cBhvr>
                                      <p:to>
                                        <p:strVal val="visible"/>
                                      </p:to>
                                    </p:set>
                                    <p:anim calcmode="lin" valueType="num">
                                      <p:cBhvr additive="base">
                                        <p:cTn dur="500"/>
                                        <p:tgtEl>
                                          <p:spTgt spid="30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0"/>
                                  </p:stCondLst>
                                  <p:childTnLst>
                                    <p:set>
                                      <p:cBhvr>
                                        <p:cTn dur="1" fill="hold">
                                          <p:stCondLst>
                                            <p:cond delay="0"/>
                                          </p:stCondLst>
                                        </p:cTn>
                                        <p:tgtEl>
                                          <p:spTgt spid="305"/>
                                        </p:tgtEl>
                                        <p:attrNameLst>
                                          <p:attrName>style.visibility</p:attrName>
                                        </p:attrNameLst>
                                      </p:cBhvr>
                                      <p:to>
                                        <p:strVal val="visible"/>
                                      </p:to>
                                    </p:set>
                                    <p:anim calcmode="lin" valueType="num">
                                      <p:cBhvr additive="base">
                                        <p:cTn dur="500"/>
                                        <p:tgtEl>
                                          <p:spTgt spid="30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0"/>
                                  </p:stCondLst>
                                  <p:childTnLst>
                                    <p:set>
                                      <p:cBhvr>
                                        <p:cTn dur="1" fill="hold">
                                          <p:stCondLst>
                                            <p:cond delay="0"/>
                                          </p:stCondLst>
                                        </p:cTn>
                                        <p:tgtEl>
                                          <p:spTgt spid="306"/>
                                        </p:tgtEl>
                                        <p:attrNameLst>
                                          <p:attrName>style.visibility</p:attrName>
                                        </p:attrNameLst>
                                      </p:cBhvr>
                                      <p:to>
                                        <p:strVal val="visible"/>
                                      </p:to>
                                    </p:set>
                                    <p:anim calcmode="lin" valueType="num">
                                      <p:cBhvr additive="base">
                                        <p:cTn dur="500"/>
                                        <p:tgtEl>
                                          <p:spTgt spid="30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400"/>
                                  </p:stCondLst>
                                  <p:childTnLst>
                                    <p:set>
                                      <p:cBhvr>
                                        <p:cTn dur="1" fill="hold">
                                          <p:stCondLst>
                                            <p:cond delay="0"/>
                                          </p:stCondLst>
                                        </p:cTn>
                                        <p:tgtEl>
                                          <p:spTgt spid="307"/>
                                        </p:tgtEl>
                                        <p:attrNameLst>
                                          <p:attrName>style.visibility</p:attrName>
                                        </p:attrNameLst>
                                      </p:cBhvr>
                                      <p:to>
                                        <p:strVal val="visible"/>
                                      </p:to>
                                    </p:set>
                                    <p:anim calcmode="lin" valueType="num">
                                      <p:cBhvr additive="base">
                                        <p:cTn dur="500"/>
                                        <p:tgtEl>
                                          <p:spTgt spid="30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400"/>
                                  </p:stCondLst>
                                  <p:childTnLst>
                                    <p:set>
                                      <p:cBhvr>
                                        <p:cTn dur="1" fill="hold">
                                          <p:stCondLst>
                                            <p:cond delay="0"/>
                                          </p:stCondLst>
                                        </p:cTn>
                                        <p:tgtEl>
                                          <p:spTgt spid="308"/>
                                        </p:tgtEl>
                                        <p:attrNameLst>
                                          <p:attrName>style.visibility</p:attrName>
                                        </p:attrNameLst>
                                      </p:cBhvr>
                                      <p:to>
                                        <p:strVal val="visible"/>
                                      </p:to>
                                    </p:set>
                                    <p:anim calcmode="lin" valueType="num">
                                      <p:cBhvr additive="base">
                                        <p:cTn dur="500"/>
                                        <p:tgtEl>
                                          <p:spTgt spid="3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400"/>
                                  </p:stCondLst>
                                  <p:childTnLst>
                                    <p:set>
                                      <p:cBhvr>
                                        <p:cTn dur="1" fill="hold">
                                          <p:stCondLst>
                                            <p:cond delay="0"/>
                                          </p:stCondLst>
                                        </p:cTn>
                                        <p:tgtEl>
                                          <p:spTgt spid="309"/>
                                        </p:tgtEl>
                                        <p:attrNameLst>
                                          <p:attrName>style.visibility</p:attrName>
                                        </p:attrNameLst>
                                      </p:cBhvr>
                                      <p:to>
                                        <p:strVal val="visible"/>
                                      </p:to>
                                    </p:set>
                                    <p:anim calcmode="lin" valueType="num">
                                      <p:cBhvr additive="base">
                                        <p:cTn dur="500"/>
                                        <p:tgtEl>
                                          <p:spTgt spid="30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600"/>
                                  </p:stCondLst>
                                  <p:childTnLst>
                                    <p:set>
                                      <p:cBhvr>
                                        <p:cTn dur="1" fill="hold">
                                          <p:stCondLst>
                                            <p:cond delay="0"/>
                                          </p:stCondLst>
                                        </p:cTn>
                                        <p:tgtEl>
                                          <p:spTgt spid="310"/>
                                        </p:tgtEl>
                                        <p:attrNameLst>
                                          <p:attrName>style.visibility</p:attrName>
                                        </p:attrNameLst>
                                      </p:cBhvr>
                                      <p:to>
                                        <p:strVal val="visible"/>
                                      </p:to>
                                    </p:set>
                                    <p:anim calcmode="lin" valueType="num">
                                      <p:cBhvr additive="base">
                                        <p:cTn dur="500"/>
                                        <p:tgtEl>
                                          <p:spTgt spid="31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600"/>
                                  </p:stCondLst>
                                  <p:childTnLst>
                                    <p:set>
                                      <p:cBhvr>
                                        <p:cTn dur="1" fill="hold">
                                          <p:stCondLst>
                                            <p:cond delay="0"/>
                                          </p:stCondLst>
                                        </p:cTn>
                                        <p:tgtEl>
                                          <p:spTgt spid="311"/>
                                        </p:tgtEl>
                                        <p:attrNameLst>
                                          <p:attrName>style.visibility</p:attrName>
                                        </p:attrNameLst>
                                      </p:cBhvr>
                                      <p:to>
                                        <p:strVal val="visible"/>
                                      </p:to>
                                    </p:set>
                                    <p:anim calcmode="lin" valueType="num">
                                      <p:cBhvr additive="base">
                                        <p:cTn dur="500"/>
                                        <p:tgtEl>
                                          <p:spTgt spid="31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600"/>
                                  </p:stCondLst>
                                  <p:childTnLst>
                                    <p:set>
                                      <p:cBhvr>
                                        <p:cTn dur="1" fill="hold">
                                          <p:stCondLst>
                                            <p:cond delay="0"/>
                                          </p:stCondLst>
                                        </p:cTn>
                                        <p:tgtEl>
                                          <p:spTgt spid="312"/>
                                        </p:tgtEl>
                                        <p:attrNameLst>
                                          <p:attrName>style.visibility</p:attrName>
                                        </p:attrNameLst>
                                      </p:cBhvr>
                                      <p:to>
                                        <p:strVal val="visible"/>
                                      </p:to>
                                    </p:set>
                                    <p:anim calcmode="lin" valueType="num">
                                      <p:cBhvr additive="base">
                                        <p:cTn dur="500"/>
                                        <p:tgtEl>
                                          <p:spTgt spid="31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800"/>
                                  </p:stCondLst>
                                  <p:childTnLst>
                                    <p:set>
                                      <p:cBhvr>
                                        <p:cTn dur="1" fill="hold">
                                          <p:stCondLst>
                                            <p:cond delay="0"/>
                                          </p:stCondLst>
                                        </p:cTn>
                                        <p:tgtEl>
                                          <p:spTgt spid="313"/>
                                        </p:tgtEl>
                                        <p:attrNameLst>
                                          <p:attrName>style.visibility</p:attrName>
                                        </p:attrNameLst>
                                      </p:cBhvr>
                                      <p:to>
                                        <p:strVal val="visible"/>
                                      </p:to>
                                    </p:set>
                                    <p:anim calcmode="lin" valueType="num">
                                      <p:cBhvr additive="base">
                                        <p:cTn dur="500"/>
                                        <p:tgtEl>
                                          <p:spTgt spid="31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1"/>
          <p:cNvSpPr txBox="1"/>
          <p:nvPr>
            <p:ph type="title"/>
          </p:nvPr>
        </p:nvSpPr>
        <p:spPr>
          <a:xfrm>
            <a:off x="548640" y="320040"/>
            <a:ext cx="11091672"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Does Something Similar Exist?</a:t>
            </a:r>
            <a:endParaRPr sz="3600"/>
          </a:p>
        </p:txBody>
      </p:sp>
      <p:sp>
        <p:nvSpPr>
          <p:cNvPr id="321" name="Google Shape;321;p11">
            <a:hlinkClick action="ppaction://hlinksldjump" r:id="rId3"/>
          </p:cNvPr>
          <p:cNvSpPr/>
          <p:nvPr/>
        </p:nvSpPr>
        <p:spPr>
          <a:xfrm>
            <a:off x="434340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4"/>
              </a:rPr>
              <a:t>1</a:t>
            </a:r>
            <a:endParaRPr b="0" i="0" sz="1000" u="none" cap="none" strike="noStrike">
              <a:solidFill>
                <a:schemeClr val="dk1"/>
              </a:solidFill>
              <a:latin typeface="Calibri"/>
              <a:ea typeface="Calibri"/>
              <a:cs typeface="Calibri"/>
              <a:sym typeface="Calibri"/>
            </a:endParaRPr>
          </a:p>
        </p:txBody>
      </p:sp>
      <p:sp>
        <p:nvSpPr>
          <p:cNvPr id="322" name="Google Shape;322;p11">
            <a:hlinkClick action="ppaction://hlinksldjump" r:id="rId5"/>
          </p:cNvPr>
          <p:cNvSpPr/>
          <p:nvPr/>
        </p:nvSpPr>
        <p:spPr>
          <a:xfrm>
            <a:off x="469087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6"/>
              </a:rPr>
              <a:t>2</a:t>
            </a:r>
            <a:endParaRPr b="0" i="0" sz="1000" u="none" cap="none" strike="noStrike">
              <a:solidFill>
                <a:schemeClr val="dk1"/>
              </a:solidFill>
              <a:latin typeface="Calibri"/>
              <a:ea typeface="Calibri"/>
              <a:cs typeface="Calibri"/>
              <a:sym typeface="Calibri"/>
            </a:endParaRPr>
          </a:p>
        </p:txBody>
      </p:sp>
      <p:sp>
        <p:nvSpPr>
          <p:cNvPr id="323" name="Google Shape;323;p11">
            <a:hlinkClick action="ppaction://hlinksldjump" r:id="rId7"/>
          </p:cNvPr>
          <p:cNvSpPr/>
          <p:nvPr/>
        </p:nvSpPr>
        <p:spPr>
          <a:xfrm>
            <a:off x="503834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8"/>
              </a:rPr>
              <a:t>3</a:t>
            </a:r>
            <a:endParaRPr b="0" i="0" sz="1000" u="none" cap="none" strike="noStrike">
              <a:solidFill>
                <a:schemeClr val="dk1"/>
              </a:solidFill>
              <a:latin typeface="Calibri"/>
              <a:ea typeface="Calibri"/>
              <a:cs typeface="Calibri"/>
              <a:sym typeface="Calibri"/>
            </a:endParaRPr>
          </a:p>
        </p:txBody>
      </p:sp>
      <p:sp>
        <p:nvSpPr>
          <p:cNvPr id="324" name="Google Shape;324;p11">
            <a:hlinkClick action="ppaction://hlinksldjump" r:id="rId9"/>
          </p:cNvPr>
          <p:cNvSpPr/>
          <p:nvPr/>
        </p:nvSpPr>
        <p:spPr>
          <a:xfrm>
            <a:off x="538581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0"/>
              </a:rPr>
              <a:t>4</a:t>
            </a:r>
            <a:endParaRPr b="0" i="0" sz="1000" u="none" cap="none" strike="noStrike">
              <a:solidFill>
                <a:schemeClr val="dk1"/>
              </a:solidFill>
              <a:latin typeface="Calibri"/>
              <a:ea typeface="Calibri"/>
              <a:cs typeface="Calibri"/>
              <a:sym typeface="Calibri"/>
            </a:endParaRPr>
          </a:p>
        </p:txBody>
      </p:sp>
      <p:sp>
        <p:nvSpPr>
          <p:cNvPr id="325" name="Google Shape;325;p11">
            <a:hlinkClick action="ppaction://hlinksldjump" r:id="rId11"/>
          </p:cNvPr>
          <p:cNvSpPr/>
          <p:nvPr/>
        </p:nvSpPr>
        <p:spPr>
          <a:xfrm>
            <a:off x="573328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2"/>
              </a:rPr>
              <a:t>5</a:t>
            </a:r>
            <a:endParaRPr b="0" i="0" sz="1000" u="none" cap="none" strike="noStrike">
              <a:solidFill>
                <a:schemeClr val="dk1"/>
              </a:solidFill>
              <a:latin typeface="Calibri"/>
              <a:ea typeface="Calibri"/>
              <a:cs typeface="Calibri"/>
              <a:sym typeface="Calibri"/>
            </a:endParaRPr>
          </a:p>
        </p:txBody>
      </p:sp>
      <p:sp>
        <p:nvSpPr>
          <p:cNvPr id="326" name="Google Shape;326;p11">
            <a:hlinkClick action="ppaction://hlinksldjump" r:id="rId13"/>
          </p:cNvPr>
          <p:cNvSpPr/>
          <p:nvPr/>
        </p:nvSpPr>
        <p:spPr>
          <a:xfrm>
            <a:off x="608076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4"/>
              </a:rPr>
              <a:t>6</a:t>
            </a:r>
            <a:endParaRPr b="0" i="0" sz="1000" u="none" cap="none" strike="noStrike">
              <a:solidFill>
                <a:schemeClr val="dk1"/>
              </a:solidFill>
              <a:latin typeface="Calibri"/>
              <a:ea typeface="Calibri"/>
              <a:cs typeface="Calibri"/>
              <a:sym typeface="Calibri"/>
            </a:endParaRPr>
          </a:p>
        </p:txBody>
      </p:sp>
      <p:sp>
        <p:nvSpPr>
          <p:cNvPr id="327" name="Google Shape;327;p11">
            <a:hlinkClick action="ppaction://hlinksldjump" r:id="rId15"/>
          </p:cNvPr>
          <p:cNvSpPr/>
          <p:nvPr/>
        </p:nvSpPr>
        <p:spPr>
          <a:xfrm>
            <a:off x="6428232" y="6419088"/>
            <a:ext cx="274200" cy="2742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6"/>
              </a:rPr>
              <a:t>7</a:t>
            </a:r>
            <a:endParaRPr b="0" i="0" sz="1000" u="none" cap="none" strike="noStrike">
              <a:solidFill>
                <a:schemeClr val="dk1"/>
              </a:solidFill>
              <a:latin typeface="Calibri"/>
              <a:ea typeface="Calibri"/>
              <a:cs typeface="Calibri"/>
              <a:sym typeface="Calibri"/>
            </a:endParaRPr>
          </a:p>
        </p:txBody>
      </p:sp>
      <p:sp>
        <p:nvSpPr>
          <p:cNvPr id="328" name="Google Shape;328;p11">
            <a:hlinkClick action="ppaction://hlinksldjump" r:id="rId17"/>
          </p:cNvPr>
          <p:cNvSpPr/>
          <p:nvPr/>
        </p:nvSpPr>
        <p:spPr>
          <a:xfrm>
            <a:off x="677570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8"/>
              </a:rPr>
              <a:t>8</a:t>
            </a:r>
            <a:endParaRPr b="0" i="0" sz="1000" u="none" cap="none" strike="noStrike">
              <a:solidFill>
                <a:schemeClr val="dk1"/>
              </a:solidFill>
              <a:latin typeface="Calibri"/>
              <a:ea typeface="Calibri"/>
              <a:cs typeface="Calibri"/>
              <a:sym typeface="Calibri"/>
            </a:endParaRPr>
          </a:p>
        </p:txBody>
      </p:sp>
      <p:sp>
        <p:nvSpPr>
          <p:cNvPr id="329" name="Google Shape;329;p11">
            <a:hlinkClick action="ppaction://hlinksldjump" r:id="rId19"/>
          </p:cNvPr>
          <p:cNvSpPr/>
          <p:nvPr/>
        </p:nvSpPr>
        <p:spPr>
          <a:xfrm>
            <a:off x="712317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0"/>
              </a:rPr>
              <a:t>9</a:t>
            </a:r>
            <a:endParaRPr b="0" i="0" sz="1000" u="none" cap="none" strike="noStrike">
              <a:solidFill>
                <a:schemeClr val="dk1"/>
              </a:solidFill>
              <a:latin typeface="Calibri"/>
              <a:ea typeface="Calibri"/>
              <a:cs typeface="Calibri"/>
              <a:sym typeface="Calibri"/>
            </a:endParaRPr>
          </a:p>
        </p:txBody>
      </p:sp>
      <p:sp>
        <p:nvSpPr>
          <p:cNvPr id="330" name="Google Shape;330;p11">
            <a:hlinkClick action="ppaction://hlinksldjump" r:id="rId21"/>
          </p:cNvPr>
          <p:cNvSpPr/>
          <p:nvPr/>
        </p:nvSpPr>
        <p:spPr>
          <a:xfrm>
            <a:off x="747064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2"/>
              </a:rPr>
              <a:t>10</a:t>
            </a:r>
            <a:endParaRPr b="0" i="0" sz="1000" u="none" cap="none" strike="noStrike">
              <a:solidFill>
                <a:schemeClr val="dk1"/>
              </a:solidFill>
              <a:latin typeface="Calibri"/>
              <a:ea typeface="Calibri"/>
              <a:cs typeface="Calibri"/>
              <a:sym typeface="Calibri"/>
            </a:endParaRPr>
          </a:p>
        </p:txBody>
      </p:sp>
      <p:sp>
        <p:nvSpPr>
          <p:cNvPr id="331" name="Google Shape;331;p11"/>
          <p:cNvSpPr/>
          <p:nvPr/>
        </p:nvSpPr>
        <p:spPr>
          <a:xfrm>
            <a:off x="548640" y="1371600"/>
            <a:ext cx="3566160" cy="4023360"/>
          </a:xfrm>
          <a:prstGeom prst="roundRect">
            <a:avLst>
              <a:gd fmla="val 359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1"/>
          <p:cNvSpPr/>
          <p:nvPr/>
        </p:nvSpPr>
        <p:spPr>
          <a:xfrm>
            <a:off x="777240" y="160020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Microphone icon" id="333" name="Google Shape;333;p11"/>
          <p:cNvPicPr preferRelativeResize="0"/>
          <p:nvPr/>
        </p:nvPicPr>
        <p:blipFill rotWithShape="1">
          <a:blip r:embed="rId23">
            <a:alphaModFix/>
          </a:blip>
          <a:srcRect b="0" l="0" r="0" t="0"/>
          <a:stretch/>
        </p:blipFill>
        <p:spPr>
          <a:xfrm>
            <a:off x="902970" y="1725930"/>
            <a:ext cx="251460" cy="251460"/>
          </a:xfrm>
          <a:prstGeom prst="rect">
            <a:avLst/>
          </a:prstGeom>
          <a:noFill/>
          <a:ln>
            <a:noFill/>
          </a:ln>
        </p:spPr>
      </p:pic>
      <p:sp>
        <p:nvSpPr>
          <p:cNvPr id="334" name="Google Shape;334;p11"/>
          <p:cNvSpPr txBox="1"/>
          <p:nvPr/>
        </p:nvSpPr>
        <p:spPr>
          <a:xfrm>
            <a:off x="1417320" y="1719072"/>
            <a:ext cx="2560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Speech-to-text models</a:t>
            </a:r>
            <a:endParaRPr b="0" i="0" sz="1700" u="none" cap="none" strike="noStrike">
              <a:solidFill>
                <a:schemeClr val="dk1"/>
              </a:solidFill>
              <a:latin typeface="Calibri"/>
              <a:ea typeface="Calibri"/>
              <a:cs typeface="Calibri"/>
              <a:sym typeface="Calibri"/>
            </a:endParaRPr>
          </a:p>
        </p:txBody>
      </p:sp>
      <p:sp>
        <p:nvSpPr>
          <p:cNvPr id="335" name="Google Shape;335;p11"/>
          <p:cNvSpPr txBox="1"/>
          <p:nvPr/>
        </p:nvSpPr>
        <p:spPr>
          <a:xfrm>
            <a:off x="777240" y="228600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400"/>
              <a:buFont typeface="Calibri"/>
              <a:buNone/>
            </a:pPr>
            <a:r>
              <a:rPr b="1" i="0" lang="en-US" sz="1400" u="none" cap="none" strike="noStrike">
                <a:solidFill>
                  <a:schemeClr val="accent3"/>
                </a:solidFill>
                <a:latin typeface="Calibri"/>
                <a:ea typeface="Calibri"/>
                <a:cs typeface="Calibri"/>
                <a:sym typeface="Calibri"/>
              </a:rPr>
              <a:t>Whisper · Sarvam Saaras v3 · Shunya Labs Hinglish Whisper</a:t>
            </a:r>
            <a:endParaRPr b="0" i="0" sz="1400" u="none" cap="none" strike="noStrike">
              <a:solidFill>
                <a:schemeClr val="dk1"/>
              </a:solidFill>
              <a:latin typeface="Calibri"/>
              <a:ea typeface="Calibri"/>
              <a:cs typeface="Calibri"/>
              <a:sym typeface="Calibri"/>
            </a:endParaRPr>
          </a:p>
        </p:txBody>
      </p:sp>
      <p:sp>
        <p:nvSpPr>
          <p:cNvPr id="336" name="Google Shape;336;p11"/>
          <p:cNvSpPr txBox="1"/>
          <p:nvPr/>
        </p:nvSpPr>
        <p:spPr>
          <a:xfrm>
            <a:off x="777240" y="2880360"/>
            <a:ext cx="31089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GOOD AT</a:t>
            </a:r>
            <a:endParaRPr b="0" i="0" sz="1100" u="none" cap="none" strike="noStrike">
              <a:solidFill>
                <a:schemeClr val="dk1"/>
              </a:solidFill>
              <a:latin typeface="Calibri"/>
              <a:ea typeface="Calibri"/>
              <a:cs typeface="Calibri"/>
              <a:sym typeface="Calibri"/>
            </a:endParaRPr>
          </a:p>
        </p:txBody>
      </p:sp>
      <p:sp>
        <p:nvSpPr>
          <p:cNvPr id="337" name="Google Shape;337;p11"/>
          <p:cNvSpPr txBox="1"/>
          <p:nvPr/>
        </p:nvSpPr>
        <p:spPr>
          <a:xfrm>
            <a:off x="777240" y="3127248"/>
            <a:ext cx="31089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Speech to text. Saaras v3 even has a “codemix” mode for Hinglish.</a:t>
            </a:r>
            <a:endParaRPr b="0" i="0" sz="1400" u="none" cap="none" strike="noStrike">
              <a:solidFill>
                <a:schemeClr val="dk1"/>
              </a:solidFill>
              <a:latin typeface="Calibri"/>
              <a:ea typeface="Calibri"/>
              <a:cs typeface="Calibri"/>
              <a:sym typeface="Calibri"/>
            </a:endParaRPr>
          </a:p>
        </p:txBody>
      </p:sp>
      <p:sp>
        <p:nvSpPr>
          <p:cNvPr id="338" name="Google Shape;338;p11"/>
          <p:cNvSpPr txBox="1"/>
          <p:nvPr/>
        </p:nvSpPr>
        <p:spPr>
          <a:xfrm>
            <a:off x="777240" y="3977640"/>
            <a:ext cx="31089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1100"/>
              <a:buFont typeface="Calibri"/>
              <a:buNone/>
            </a:pPr>
            <a:r>
              <a:rPr b="1" i="0" lang="en-US" sz="1100" u="none" cap="none" strike="noStrike">
                <a:solidFill>
                  <a:schemeClr val="accent4"/>
                </a:solidFill>
                <a:latin typeface="Calibri"/>
                <a:ea typeface="Calibri"/>
                <a:cs typeface="Calibri"/>
                <a:sym typeface="Calibri"/>
              </a:rPr>
              <a:t>GAP FOR US</a:t>
            </a:r>
            <a:endParaRPr b="0" i="0" sz="1100" u="none" cap="none" strike="noStrike">
              <a:solidFill>
                <a:schemeClr val="dk1"/>
              </a:solidFill>
              <a:latin typeface="Calibri"/>
              <a:ea typeface="Calibri"/>
              <a:cs typeface="Calibri"/>
              <a:sym typeface="Calibri"/>
            </a:endParaRPr>
          </a:p>
        </p:txBody>
      </p:sp>
      <p:sp>
        <p:nvSpPr>
          <p:cNvPr id="339" name="Google Shape;339;p11"/>
          <p:cNvSpPr txBox="1"/>
          <p:nvPr/>
        </p:nvSpPr>
        <p:spPr>
          <a:xfrm>
            <a:off x="777240" y="4224528"/>
            <a:ext cx="31089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Just a transcript, no notes. Plain Whisper had a ~34% word error rate on read Hinglish vs ~8–16% for newer models, and can invent text in silence.</a:t>
            </a:r>
            <a:endParaRPr b="0" i="0" sz="1400" u="none" cap="none" strike="noStrike">
              <a:solidFill>
                <a:schemeClr val="dk1"/>
              </a:solidFill>
              <a:latin typeface="Calibri"/>
              <a:ea typeface="Calibri"/>
              <a:cs typeface="Calibri"/>
              <a:sym typeface="Calibri"/>
            </a:endParaRPr>
          </a:p>
        </p:txBody>
      </p:sp>
      <p:sp>
        <p:nvSpPr>
          <p:cNvPr id="340" name="Google Shape;340;p11"/>
          <p:cNvSpPr/>
          <p:nvPr/>
        </p:nvSpPr>
        <p:spPr>
          <a:xfrm>
            <a:off x="4311396" y="1371600"/>
            <a:ext cx="3566160" cy="4023360"/>
          </a:xfrm>
          <a:prstGeom prst="roundRect">
            <a:avLst>
              <a:gd fmla="val 359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1"/>
          <p:cNvSpPr/>
          <p:nvPr/>
        </p:nvSpPr>
        <p:spPr>
          <a:xfrm>
            <a:off x="4539996" y="160020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 icon" id="342" name="Google Shape;342;p11"/>
          <p:cNvPicPr preferRelativeResize="0"/>
          <p:nvPr/>
        </p:nvPicPr>
        <p:blipFill rotWithShape="1">
          <a:blip r:embed="rId24">
            <a:alphaModFix/>
          </a:blip>
          <a:srcRect b="0" l="0" r="0" t="0"/>
          <a:stretch/>
        </p:blipFill>
        <p:spPr>
          <a:xfrm>
            <a:off x="4665726" y="1725930"/>
            <a:ext cx="251460" cy="251460"/>
          </a:xfrm>
          <a:prstGeom prst="rect">
            <a:avLst/>
          </a:prstGeom>
          <a:noFill/>
          <a:ln>
            <a:noFill/>
          </a:ln>
        </p:spPr>
      </p:pic>
      <p:sp>
        <p:nvSpPr>
          <p:cNvPr id="343" name="Google Shape;343;p11"/>
          <p:cNvSpPr txBox="1"/>
          <p:nvPr/>
        </p:nvSpPr>
        <p:spPr>
          <a:xfrm>
            <a:off x="5180076" y="1719072"/>
            <a:ext cx="2560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Meeting note-takers</a:t>
            </a:r>
            <a:endParaRPr b="0" i="0" sz="1700" u="none" cap="none" strike="noStrike">
              <a:solidFill>
                <a:schemeClr val="dk1"/>
              </a:solidFill>
              <a:latin typeface="Calibri"/>
              <a:ea typeface="Calibri"/>
              <a:cs typeface="Calibri"/>
              <a:sym typeface="Calibri"/>
            </a:endParaRPr>
          </a:p>
        </p:txBody>
      </p:sp>
      <p:sp>
        <p:nvSpPr>
          <p:cNvPr id="344" name="Google Shape;344;p11"/>
          <p:cNvSpPr txBox="1"/>
          <p:nvPr/>
        </p:nvSpPr>
        <p:spPr>
          <a:xfrm>
            <a:off x="4539996" y="228600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400"/>
              <a:buFont typeface="Calibri"/>
              <a:buNone/>
            </a:pPr>
            <a:r>
              <a:rPr b="1" i="0" lang="en-US" sz="1400" u="none" cap="none" strike="noStrike">
                <a:solidFill>
                  <a:schemeClr val="accent3"/>
                </a:solidFill>
                <a:latin typeface="Calibri"/>
                <a:ea typeface="Calibri"/>
                <a:cs typeface="Calibri"/>
                <a:sym typeface="Calibri"/>
              </a:rPr>
              <a:t>Otter.ai · Notta · HappyScribe</a:t>
            </a:r>
            <a:endParaRPr b="0" i="0" sz="1400" u="none" cap="none" strike="noStrike">
              <a:solidFill>
                <a:schemeClr val="dk1"/>
              </a:solidFill>
              <a:latin typeface="Calibri"/>
              <a:ea typeface="Calibri"/>
              <a:cs typeface="Calibri"/>
              <a:sym typeface="Calibri"/>
            </a:endParaRPr>
          </a:p>
        </p:txBody>
      </p:sp>
      <p:sp>
        <p:nvSpPr>
          <p:cNvPr id="345" name="Google Shape;345;p11"/>
          <p:cNvSpPr txBox="1"/>
          <p:nvPr/>
        </p:nvSpPr>
        <p:spPr>
          <a:xfrm>
            <a:off x="4539996" y="2880360"/>
            <a:ext cx="31089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GOOD AT</a:t>
            </a:r>
            <a:endParaRPr b="0" i="0" sz="1100" u="none" cap="none" strike="noStrike">
              <a:solidFill>
                <a:schemeClr val="dk1"/>
              </a:solidFill>
              <a:latin typeface="Calibri"/>
              <a:ea typeface="Calibri"/>
              <a:cs typeface="Calibri"/>
              <a:sym typeface="Calibri"/>
            </a:endParaRPr>
          </a:p>
        </p:txBody>
      </p:sp>
      <p:sp>
        <p:nvSpPr>
          <p:cNvPr id="346" name="Google Shape;346;p11"/>
          <p:cNvSpPr txBox="1"/>
          <p:nvPr/>
        </p:nvSpPr>
        <p:spPr>
          <a:xfrm>
            <a:off x="4539996" y="3127248"/>
            <a:ext cx="31089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Live transcripts, speaker labels, AI summaries. HappyScribe even detects Hindi–English switches.</a:t>
            </a:r>
            <a:endParaRPr b="0" i="0" sz="1400" u="none" cap="none" strike="noStrike">
              <a:solidFill>
                <a:schemeClr val="dk1"/>
              </a:solidFill>
              <a:latin typeface="Calibri"/>
              <a:ea typeface="Calibri"/>
              <a:cs typeface="Calibri"/>
              <a:sym typeface="Calibri"/>
            </a:endParaRPr>
          </a:p>
        </p:txBody>
      </p:sp>
      <p:sp>
        <p:nvSpPr>
          <p:cNvPr id="347" name="Google Shape;347;p11"/>
          <p:cNvSpPr txBox="1"/>
          <p:nvPr/>
        </p:nvSpPr>
        <p:spPr>
          <a:xfrm>
            <a:off x="4539996" y="3977640"/>
            <a:ext cx="31089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1100"/>
              <a:buFont typeface="Calibri"/>
              <a:buNone/>
            </a:pPr>
            <a:r>
              <a:rPr b="1" i="0" lang="en-US" sz="1100" u="none" cap="none" strike="noStrike">
                <a:solidFill>
                  <a:schemeClr val="accent4"/>
                </a:solidFill>
                <a:latin typeface="Calibri"/>
                <a:ea typeface="Calibri"/>
                <a:cs typeface="Calibri"/>
                <a:sym typeface="Calibri"/>
              </a:rPr>
              <a:t>GAP FOR US</a:t>
            </a:r>
            <a:endParaRPr b="0" i="0" sz="1100" u="none" cap="none" strike="noStrike">
              <a:solidFill>
                <a:schemeClr val="dk1"/>
              </a:solidFill>
              <a:latin typeface="Calibri"/>
              <a:ea typeface="Calibri"/>
              <a:cs typeface="Calibri"/>
              <a:sym typeface="Calibri"/>
            </a:endParaRPr>
          </a:p>
        </p:txBody>
      </p:sp>
      <p:sp>
        <p:nvSpPr>
          <p:cNvPr id="348" name="Google Shape;348;p11"/>
          <p:cNvSpPr txBox="1"/>
          <p:nvPr/>
        </p:nvSpPr>
        <p:spPr>
          <a:xfrm>
            <a:off x="4539996" y="4224528"/>
            <a:ext cx="31089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Made for meetings, not lectures. Nothing on Hinglish classrooms in what I found, and Otter supports only a handful of languages.</a:t>
            </a:r>
            <a:endParaRPr b="0" i="0" sz="1400" u="none" cap="none" strike="noStrike">
              <a:solidFill>
                <a:schemeClr val="dk1"/>
              </a:solidFill>
              <a:latin typeface="Calibri"/>
              <a:ea typeface="Calibri"/>
              <a:cs typeface="Calibri"/>
              <a:sym typeface="Calibri"/>
            </a:endParaRPr>
          </a:p>
        </p:txBody>
      </p:sp>
      <p:sp>
        <p:nvSpPr>
          <p:cNvPr id="349" name="Google Shape;349;p11"/>
          <p:cNvSpPr/>
          <p:nvPr/>
        </p:nvSpPr>
        <p:spPr>
          <a:xfrm>
            <a:off x="8074152" y="1371600"/>
            <a:ext cx="3566160" cy="4023360"/>
          </a:xfrm>
          <a:prstGeom prst="roundRect">
            <a:avLst>
              <a:gd fmla="val 359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1"/>
          <p:cNvSpPr/>
          <p:nvPr/>
        </p:nvSpPr>
        <p:spPr>
          <a:xfrm>
            <a:off x="8302752" y="160020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GraduationCap icon" id="351" name="Google Shape;351;p11"/>
          <p:cNvPicPr preferRelativeResize="0"/>
          <p:nvPr/>
        </p:nvPicPr>
        <p:blipFill rotWithShape="1">
          <a:blip r:embed="rId25">
            <a:alphaModFix/>
          </a:blip>
          <a:srcRect b="0" l="0" r="0" t="0"/>
          <a:stretch/>
        </p:blipFill>
        <p:spPr>
          <a:xfrm>
            <a:off x="8428482" y="1725930"/>
            <a:ext cx="251460" cy="251460"/>
          </a:xfrm>
          <a:prstGeom prst="rect">
            <a:avLst/>
          </a:prstGeom>
          <a:noFill/>
          <a:ln>
            <a:noFill/>
          </a:ln>
        </p:spPr>
      </p:pic>
      <p:sp>
        <p:nvSpPr>
          <p:cNvPr id="352" name="Google Shape;352;p11"/>
          <p:cNvSpPr txBox="1"/>
          <p:nvPr/>
        </p:nvSpPr>
        <p:spPr>
          <a:xfrm>
            <a:off x="8942832" y="1719072"/>
            <a:ext cx="256032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AI lecture-note apps</a:t>
            </a:r>
            <a:endParaRPr b="0" i="0" sz="1700" u="none" cap="none" strike="noStrike">
              <a:solidFill>
                <a:schemeClr val="dk1"/>
              </a:solidFill>
              <a:latin typeface="Calibri"/>
              <a:ea typeface="Calibri"/>
              <a:cs typeface="Calibri"/>
              <a:sym typeface="Calibri"/>
            </a:endParaRPr>
          </a:p>
        </p:txBody>
      </p:sp>
      <p:sp>
        <p:nvSpPr>
          <p:cNvPr id="353" name="Google Shape;353;p11"/>
          <p:cNvSpPr txBox="1"/>
          <p:nvPr/>
        </p:nvSpPr>
        <p:spPr>
          <a:xfrm>
            <a:off x="8302752" y="2286000"/>
            <a:ext cx="310896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400"/>
              <a:buFont typeface="Calibri"/>
              <a:buNone/>
            </a:pPr>
            <a:r>
              <a:rPr b="1" i="0" lang="en-US" sz="1400" u="none" cap="none" strike="noStrike">
                <a:solidFill>
                  <a:schemeClr val="accent3"/>
                </a:solidFill>
                <a:latin typeface="Calibri"/>
                <a:ea typeface="Calibri"/>
                <a:cs typeface="Calibri"/>
                <a:sym typeface="Calibri"/>
              </a:rPr>
              <a:t>Audionotes · TLDL</a:t>
            </a:r>
            <a:endParaRPr b="0" i="0" sz="1400" u="none" cap="none" strike="noStrike">
              <a:solidFill>
                <a:schemeClr val="dk1"/>
              </a:solidFill>
              <a:latin typeface="Calibri"/>
              <a:ea typeface="Calibri"/>
              <a:cs typeface="Calibri"/>
              <a:sym typeface="Calibri"/>
            </a:endParaRPr>
          </a:p>
        </p:txBody>
      </p:sp>
      <p:sp>
        <p:nvSpPr>
          <p:cNvPr id="354" name="Google Shape;354;p11"/>
          <p:cNvSpPr txBox="1"/>
          <p:nvPr/>
        </p:nvSpPr>
        <p:spPr>
          <a:xfrm>
            <a:off x="8302752" y="2880360"/>
            <a:ext cx="31089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6"/>
              </a:buClr>
              <a:buSzPts val="1100"/>
              <a:buFont typeface="Calibri"/>
              <a:buNone/>
            </a:pPr>
            <a:r>
              <a:rPr b="1" i="0" lang="en-US" sz="1100" u="none" cap="none" strike="noStrike">
                <a:solidFill>
                  <a:schemeClr val="accent6"/>
                </a:solidFill>
                <a:latin typeface="Calibri"/>
                <a:ea typeface="Calibri"/>
                <a:cs typeface="Calibri"/>
                <a:sym typeface="Calibri"/>
              </a:rPr>
              <a:t>GOOD AT</a:t>
            </a:r>
            <a:endParaRPr b="0" i="0" sz="1100" u="none" cap="none" strike="noStrike">
              <a:solidFill>
                <a:schemeClr val="dk1"/>
              </a:solidFill>
              <a:latin typeface="Calibri"/>
              <a:ea typeface="Calibri"/>
              <a:cs typeface="Calibri"/>
              <a:sym typeface="Calibri"/>
            </a:endParaRPr>
          </a:p>
        </p:txBody>
      </p:sp>
      <p:sp>
        <p:nvSpPr>
          <p:cNvPr id="355" name="Google Shape;355;p11"/>
          <p:cNvSpPr txBox="1"/>
          <p:nvPr/>
        </p:nvSpPr>
        <p:spPr>
          <a:xfrm>
            <a:off x="8302752" y="3127248"/>
            <a:ext cx="31089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Record a class, get notes, flashcards and quizzes. Audionotes lists Hindi among 80+ languages.</a:t>
            </a:r>
            <a:endParaRPr b="0" i="0" sz="1400" u="none" cap="none" strike="noStrike">
              <a:solidFill>
                <a:schemeClr val="dk1"/>
              </a:solidFill>
              <a:latin typeface="Calibri"/>
              <a:ea typeface="Calibri"/>
              <a:cs typeface="Calibri"/>
              <a:sym typeface="Calibri"/>
            </a:endParaRPr>
          </a:p>
        </p:txBody>
      </p:sp>
      <p:sp>
        <p:nvSpPr>
          <p:cNvPr id="356" name="Google Shape;356;p11"/>
          <p:cNvSpPr txBox="1"/>
          <p:nvPr/>
        </p:nvSpPr>
        <p:spPr>
          <a:xfrm>
            <a:off x="8302752" y="3977640"/>
            <a:ext cx="310896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4"/>
              </a:buClr>
              <a:buSzPts val="1100"/>
              <a:buFont typeface="Calibri"/>
              <a:buNone/>
            </a:pPr>
            <a:r>
              <a:rPr b="1" i="0" lang="en-US" sz="1100" u="none" cap="none" strike="noStrike">
                <a:solidFill>
                  <a:schemeClr val="accent4"/>
                </a:solidFill>
                <a:latin typeface="Calibri"/>
                <a:ea typeface="Calibri"/>
                <a:cs typeface="Calibri"/>
                <a:sym typeface="Calibri"/>
              </a:rPr>
              <a:t>GAP FOR US</a:t>
            </a:r>
            <a:endParaRPr b="0" i="0" sz="1100" u="none" cap="none" strike="noStrike">
              <a:solidFill>
                <a:schemeClr val="dk1"/>
              </a:solidFill>
              <a:latin typeface="Calibri"/>
              <a:ea typeface="Calibri"/>
              <a:cs typeface="Calibri"/>
              <a:sym typeface="Calibri"/>
            </a:endParaRPr>
          </a:p>
        </p:txBody>
      </p:sp>
      <p:sp>
        <p:nvSpPr>
          <p:cNvPr id="357" name="Google Shape;357;p11"/>
          <p:cNvSpPr txBox="1"/>
          <p:nvPr/>
        </p:nvSpPr>
        <p:spPr>
          <a:xfrm>
            <a:off x="8302752" y="4224528"/>
            <a:ext cx="31089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Generic. I found no Hinglish tuning, noisy-classroom handling or subject glossary.</a:t>
            </a:r>
            <a:endParaRPr b="0" i="0" sz="1400" u="none" cap="none" strike="noStrike">
              <a:solidFill>
                <a:schemeClr val="dk1"/>
              </a:solidFill>
              <a:latin typeface="Calibri"/>
              <a:ea typeface="Calibri"/>
              <a:cs typeface="Calibri"/>
              <a:sym typeface="Calibri"/>
            </a:endParaRPr>
          </a:p>
        </p:txBody>
      </p:sp>
      <p:sp>
        <p:nvSpPr>
          <p:cNvPr id="358" name="Google Shape;358;p11"/>
          <p:cNvSpPr txBox="1"/>
          <p:nvPr>
            <p:ph idx="4294967295" type="sldNum"/>
          </p:nvPr>
        </p:nvSpPr>
        <p:spPr>
          <a:xfrm>
            <a:off x="11155680" y="6419088"/>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31"/>
                                        </p:tgtEl>
                                        <p:attrNameLst>
                                          <p:attrName>style.visibility</p:attrName>
                                        </p:attrNameLst>
                                      </p:cBhvr>
                                      <p:to>
                                        <p:strVal val="visible"/>
                                      </p:to>
                                    </p:set>
                                    <p:anim calcmode="lin" valueType="num">
                                      <p:cBhvr additive="base">
                                        <p:cTn dur="500"/>
                                        <p:tgtEl>
                                          <p:spTgt spid="33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32"/>
                                        </p:tgtEl>
                                        <p:attrNameLst>
                                          <p:attrName>style.visibility</p:attrName>
                                        </p:attrNameLst>
                                      </p:cBhvr>
                                      <p:to>
                                        <p:strVal val="visible"/>
                                      </p:to>
                                    </p:set>
                                    <p:anim calcmode="lin" valueType="num">
                                      <p:cBhvr additive="base">
                                        <p:cTn dur="500"/>
                                        <p:tgtEl>
                                          <p:spTgt spid="33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33"/>
                                        </p:tgtEl>
                                        <p:attrNameLst>
                                          <p:attrName>style.visibility</p:attrName>
                                        </p:attrNameLst>
                                      </p:cBhvr>
                                      <p:to>
                                        <p:strVal val="visible"/>
                                      </p:to>
                                    </p:set>
                                    <p:anim calcmode="lin" valueType="num">
                                      <p:cBhvr additive="base">
                                        <p:cTn dur="500"/>
                                        <p:tgtEl>
                                          <p:spTgt spid="33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34"/>
                                        </p:tgtEl>
                                        <p:attrNameLst>
                                          <p:attrName>style.visibility</p:attrName>
                                        </p:attrNameLst>
                                      </p:cBhvr>
                                      <p:to>
                                        <p:strVal val="visible"/>
                                      </p:to>
                                    </p:set>
                                    <p:anim calcmode="lin" valueType="num">
                                      <p:cBhvr additive="base">
                                        <p:cTn dur="500"/>
                                        <p:tgtEl>
                                          <p:spTgt spid="33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
                                  </p:stCondLst>
                                  <p:childTnLst>
                                    <p:set>
                                      <p:cBhvr>
                                        <p:cTn dur="1" fill="hold">
                                          <p:stCondLst>
                                            <p:cond delay="0"/>
                                          </p:stCondLst>
                                        </p:cTn>
                                        <p:tgtEl>
                                          <p:spTgt spid="335"/>
                                        </p:tgtEl>
                                        <p:attrNameLst>
                                          <p:attrName>style.visibility</p:attrName>
                                        </p:attrNameLst>
                                      </p:cBhvr>
                                      <p:to>
                                        <p:strVal val="visible"/>
                                      </p:to>
                                    </p:set>
                                    <p:anim calcmode="lin" valueType="num">
                                      <p:cBhvr additive="base">
                                        <p:cTn dur="500"/>
                                        <p:tgtEl>
                                          <p:spTgt spid="33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
                                  </p:stCondLst>
                                  <p:childTnLst>
                                    <p:set>
                                      <p:cBhvr>
                                        <p:cTn dur="1" fill="hold">
                                          <p:stCondLst>
                                            <p:cond delay="0"/>
                                          </p:stCondLst>
                                        </p:cTn>
                                        <p:tgtEl>
                                          <p:spTgt spid="336"/>
                                        </p:tgtEl>
                                        <p:attrNameLst>
                                          <p:attrName>style.visibility</p:attrName>
                                        </p:attrNameLst>
                                      </p:cBhvr>
                                      <p:to>
                                        <p:strVal val="visible"/>
                                      </p:to>
                                    </p:set>
                                    <p:anim calcmode="lin" valueType="num">
                                      <p:cBhvr additive="base">
                                        <p:cTn dur="500"/>
                                        <p:tgtEl>
                                          <p:spTgt spid="33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0"/>
                                  </p:stCondLst>
                                  <p:childTnLst>
                                    <p:set>
                                      <p:cBhvr>
                                        <p:cTn dur="1" fill="hold">
                                          <p:stCondLst>
                                            <p:cond delay="0"/>
                                          </p:stCondLst>
                                        </p:cTn>
                                        <p:tgtEl>
                                          <p:spTgt spid="337"/>
                                        </p:tgtEl>
                                        <p:attrNameLst>
                                          <p:attrName>style.visibility</p:attrName>
                                        </p:attrNameLst>
                                      </p:cBhvr>
                                      <p:to>
                                        <p:strVal val="visible"/>
                                      </p:to>
                                    </p:set>
                                    <p:anim calcmode="lin" valueType="num">
                                      <p:cBhvr additive="base">
                                        <p:cTn dur="500"/>
                                        <p:tgtEl>
                                          <p:spTgt spid="33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80"/>
                                  </p:stCondLst>
                                  <p:childTnLst>
                                    <p:set>
                                      <p:cBhvr>
                                        <p:cTn dur="1" fill="hold">
                                          <p:stCondLst>
                                            <p:cond delay="0"/>
                                          </p:stCondLst>
                                        </p:cTn>
                                        <p:tgtEl>
                                          <p:spTgt spid="338"/>
                                        </p:tgtEl>
                                        <p:attrNameLst>
                                          <p:attrName>style.visibility</p:attrName>
                                        </p:attrNameLst>
                                      </p:cBhvr>
                                      <p:to>
                                        <p:strVal val="visible"/>
                                      </p:to>
                                    </p:set>
                                    <p:anim calcmode="lin" valueType="num">
                                      <p:cBhvr additive="base">
                                        <p:cTn dur="500"/>
                                        <p:tgtEl>
                                          <p:spTgt spid="33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80"/>
                                  </p:stCondLst>
                                  <p:childTnLst>
                                    <p:set>
                                      <p:cBhvr>
                                        <p:cTn dur="1" fill="hold">
                                          <p:stCondLst>
                                            <p:cond delay="0"/>
                                          </p:stCondLst>
                                        </p:cTn>
                                        <p:tgtEl>
                                          <p:spTgt spid="339"/>
                                        </p:tgtEl>
                                        <p:attrNameLst>
                                          <p:attrName>style.visibility</p:attrName>
                                        </p:attrNameLst>
                                      </p:cBhvr>
                                      <p:to>
                                        <p:strVal val="visible"/>
                                      </p:to>
                                    </p:set>
                                    <p:anim calcmode="lin" valueType="num">
                                      <p:cBhvr additive="base">
                                        <p:cTn dur="500"/>
                                        <p:tgtEl>
                                          <p:spTgt spid="33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00"/>
                                  </p:stCondLst>
                                  <p:childTnLst>
                                    <p:set>
                                      <p:cBhvr>
                                        <p:cTn dur="1" fill="hold">
                                          <p:stCondLst>
                                            <p:cond delay="0"/>
                                          </p:stCondLst>
                                        </p:cTn>
                                        <p:tgtEl>
                                          <p:spTgt spid="340"/>
                                        </p:tgtEl>
                                        <p:attrNameLst>
                                          <p:attrName>style.visibility</p:attrName>
                                        </p:attrNameLst>
                                      </p:cBhvr>
                                      <p:to>
                                        <p:strVal val="visible"/>
                                      </p:to>
                                    </p:set>
                                    <p:anim calcmode="lin" valueType="num">
                                      <p:cBhvr additive="base">
                                        <p:cTn dur="500"/>
                                        <p:tgtEl>
                                          <p:spTgt spid="34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00"/>
                                  </p:stCondLst>
                                  <p:childTnLst>
                                    <p:set>
                                      <p:cBhvr>
                                        <p:cTn dur="1" fill="hold">
                                          <p:stCondLst>
                                            <p:cond delay="0"/>
                                          </p:stCondLst>
                                        </p:cTn>
                                        <p:tgtEl>
                                          <p:spTgt spid="341"/>
                                        </p:tgtEl>
                                        <p:attrNameLst>
                                          <p:attrName>style.visibility</p:attrName>
                                        </p:attrNameLst>
                                      </p:cBhvr>
                                      <p:to>
                                        <p:strVal val="visible"/>
                                      </p:to>
                                    </p:set>
                                    <p:anim calcmode="lin" valueType="num">
                                      <p:cBhvr additive="base">
                                        <p:cTn dur="500"/>
                                        <p:tgtEl>
                                          <p:spTgt spid="34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00"/>
                                  </p:stCondLst>
                                  <p:childTnLst>
                                    <p:set>
                                      <p:cBhvr>
                                        <p:cTn dur="1" fill="hold">
                                          <p:stCondLst>
                                            <p:cond delay="0"/>
                                          </p:stCondLst>
                                        </p:cTn>
                                        <p:tgtEl>
                                          <p:spTgt spid="342"/>
                                        </p:tgtEl>
                                        <p:attrNameLst>
                                          <p:attrName>style.visibility</p:attrName>
                                        </p:attrNameLst>
                                      </p:cBhvr>
                                      <p:to>
                                        <p:strVal val="visible"/>
                                      </p:to>
                                    </p:set>
                                    <p:anim calcmode="lin" valueType="num">
                                      <p:cBhvr additive="base">
                                        <p:cTn dur="500"/>
                                        <p:tgtEl>
                                          <p:spTgt spid="34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00"/>
                                  </p:stCondLst>
                                  <p:childTnLst>
                                    <p:set>
                                      <p:cBhvr>
                                        <p:cTn dur="1" fill="hold">
                                          <p:stCondLst>
                                            <p:cond delay="0"/>
                                          </p:stCondLst>
                                        </p:cTn>
                                        <p:tgtEl>
                                          <p:spTgt spid="343"/>
                                        </p:tgtEl>
                                        <p:attrNameLst>
                                          <p:attrName>style.visibility</p:attrName>
                                        </p:attrNameLst>
                                      </p:cBhvr>
                                      <p:to>
                                        <p:strVal val="visible"/>
                                      </p:to>
                                    </p:set>
                                    <p:anim calcmode="lin" valueType="num">
                                      <p:cBhvr additive="base">
                                        <p:cTn dur="500"/>
                                        <p:tgtEl>
                                          <p:spTgt spid="34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60"/>
                                  </p:stCondLst>
                                  <p:childTnLst>
                                    <p:set>
                                      <p:cBhvr>
                                        <p:cTn dur="1" fill="hold">
                                          <p:stCondLst>
                                            <p:cond delay="0"/>
                                          </p:stCondLst>
                                        </p:cTn>
                                        <p:tgtEl>
                                          <p:spTgt spid="344"/>
                                        </p:tgtEl>
                                        <p:attrNameLst>
                                          <p:attrName>style.visibility</p:attrName>
                                        </p:attrNameLst>
                                      </p:cBhvr>
                                      <p:to>
                                        <p:strVal val="visible"/>
                                      </p:to>
                                    </p:set>
                                    <p:anim calcmode="lin" valueType="num">
                                      <p:cBhvr additive="base">
                                        <p:cTn dur="500"/>
                                        <p:tgtEl>
                                          <p:spTgt spid="34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20"/>
                                  </p:stCondLst>
                                  <p:childTnLst>
                                    <p:set>
                                      <p:cBhvr>
                                        <p:cTn dur="1" fill="hold">
                                          <p:stCondLst>
                                            <p:cond delay="0"/>
                                          </p:stCondLst>
                                        </p:cTn>
                                        <p:tgtEl>
                                          <p:spTgt spid="345"/>
                                        </p:tgtEl>
                                        <p:attrNameLst>
                                          <p:attrName>style.visibility</p:attrName>
                                        </p:attrNameLst>
                                      </p:cBhvr>
                                      <p:to>
                                        <p:strVal val="visible"/>
                                      </p:to>
                                    </p:set>
                                    <p:anim calcmode="lin" valueType="num">
                                      <p:cBhvr additive="base">
                                        <p:cTn dur="500"/>
                                        <p:tgtEl>
                                          <p:spTgt spid="34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20"/>
                                  </p:stCondLst>
                                  <p:childTnLst>
                                    <p:set>
                                      <p:cBhvr>
                                        <p:cTn dur="1" fill="hold">
                                          <p:stCondLst>
                                            <p:cond delay="0"/>
                                          </p:stCondLst>
                                        </p:cTn>
                                        <p:tgtEl>
                                          <p:spTgt spid="346"/>
                                        </p:tgtEl>
                                        <p:attrNameLst>
                                          <p:attrName>style.visibility</p:attrName>
                                        </p:attrNameLst>
                                      </p:cBhvr>
                                      <p:to>
                                        <p:strVal val="visible"/>
                                      </p:to>
                                    </p:set>
                                    <p:anim calcmode="lin" valueType="num">
                                      <p:cBhvr additive="base">
                                        <p:cTn dur="500"/>
                                        <p:tgtEl>
                                          <p:spTgt spid="34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80"/>
                                  </p:stCondLst>
                                  <p:childTnLst>
                                    <p:set>
                                      <p:cBhvr>
                                        <p:cTn dur="1" fill="hold">
                                          <p:stCondLst>
                                            <p:cond delay="0"/>
                                          </p:stCondLst>
                                        </p:cTn>
                                        <p:tgtEl>
                                          <p:spTgt spid="347"/>
                                        </p:tgtEl>
                                        <p:attrNameLst>
                                          <p:attrName>style.visibility</p:attrName>
                                        </p:attrNameLst>
                                      </p:cBhvr>
                                      <p:to>
                                        <p:strVal val="visible"/>
                                      </p:to>
                                    </p:set>
                                    <p:anim calcmode="lin" valueType="num">
                                      <p:cBhvr additive="base">
                                        <p:cTn dur="500"/>
                                        <p:tgtEl>
                                          <p:spTgt spid="34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80"/>
                                  </p:stCondLst>
                                  <p:childTnLst>
                                    <p:set>
                                      <p:cBhvr>
                                        <p:cTn dur="1" fill="hold">
                                          <p:stCondLst>
                                            <p:cond delay="0"/>
                                          </p:stCondLst>
                                        </p:cTn>
                                        <p:tgtEl>
                                          <p:spTgt spid="348"/>
                                        </p:tgtEl>
                                        <p:attrNameLst>
                                          <p:attrName>style.visibility</p:attrName>
                                        </p:attrNameLst>
                                      </p:cBhvr>
                                      <p:to>
                                        <p:strVal val="visible"/>
                                      </p:to>
                                    </p:set>
                                    <p:anim calcmode="lin" valueType="num">
                                      <p:cBhvr additive="base">
                                        <p:cTn dur="500"/>
                                        <p:tgtEl>
                                          <p:spTgt spid="34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349"/>
                                        </p:tgtEl>
                                        <p:attrNameLst>
                                          <p:attrName>style.visibility</p:attrName>
                                        </p:attrNameLst>
                                      </p:cBhvr>
                                      <p:to>
                                        <p:strVal val="visible"/>
                                      </p:to>
                                    </p:set>
                                    <p:anim calcmode="lin" valueType="num">
                                      <p:cBhvr additive="base">
                                        <p:cTn dur="500"/>
                                        <p:tgtEl>
                                          <p:spTgt spid="34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350"/>
                                        </p:tgtEl>
                                        <p:attrNameLst>
                                          <p:attrName>style.visibility</p:attrName>
                                        </p:attrNameLst>
                                      </p:cBhvr>
                                      <p:to>
                                        <p:strVal val="visible"/>
                                      </p:to>
                                    </p:set>
                                    <p:anim calcmode="lin" valueType="num">
                                      <p:cBhvr additive="base">
                                        <p:cTn dur="500"/>
                                        <p:tgtEl>
                                          <p:spTgt spid="35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351"/>
                                        </p:tgtEl>
                                        <p:attrNameLst>
                                          <p:attrName>style.visibility</p:attrName>
                                        </p:attrNameLst>
                                      </p:cBhvr>
                                      <p:to>
                                        <p:strVal val="visible"/>
                                      </p:to>
                                    </p:set>
                                    <p:anim calcmode="lin" valueType="num">
                                      <p:cBhvr additive="base">
                                        <p:cTn dur="500"/>
                                        <p:tgtEl>
                                          <p:spTgt spid="35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352"/>
                                        </p:tgtEl>
                                        <p:attrNameLst>
                                          <p:attrName>style.visibility</p:attrName>
                                        </p:attrNameLst>
                                      </p:cBhvr>
                                      <p:to>
                                        <p:strVal val="visible"/>
                                      </p:to>
                                    </p:set>
                                    <p:anim calcmode="lin" valueType="num">
                                      <p:cBhvr additive="base">
                                        <p:cTn dur="500"/>
                                        <p:tgtEl>
                                          <p:spTgt spid="35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60"/>
                                  </p:stCondLst>
                                  <p:childTnLst>
                                    <p:set>
                                      <p:cBhvr>
                                        <p:cTn dur="1" fill="hold">
                                          <p:stCondLst>
                                            <p:cond delay="0"/>
                                          </p:stCondLst>
                                        </p:cTn>
                                        <p:tgtEl>
                                          <p:spTgt spid="353"/>
                                        </p:tgtEl>
                                        <p:attrNameLst>
                                          <p:attrName>style.visibility</p:attrName>
                                        </p:attrNameLst>
                                      </p:cBhvr>
                                      <p:to>
                                        <p:strVal val="visible"/>
                                      </p:to>
                                    </p:set>
                                    <p:anim calcmode="lin" valueType="num">
                                      <p:cBhvr additive="base">
                                        <p:cTn dur="500"/>
                                        <p:tgtEl>
                                          <p:spTgt spid="3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20"/>
                                  </p:stCondLst>
                                  <p:childTnLst>
                                    <p:set>
                                      <p:cBhvr>
                                        <p:cTn dur="1" fill="hold">
                                          <p:stCondLst>
                                            <p:cond delay="0"/>
                                          </p:stCondLst>
                                        </p:cTn>
                                        <p:tgtEl>
                                          <p:spTgt spid="354"/>
                                        </p:tgtEl>
                                        <p:attrNameLst>
                                          <p:attrName>style.visibility</p:attrName>
                                        </p:attrNameLst>
                                      </p:cBhvr>
                                      <p:to>
                                        <p:strVal val="visible"/>
                                      </p:to>
                                    </p:set>
                                    <p:anim calcmode="lin" valueType="num">
                                      <p:cBhvr additive="base">
                                        <p:cTn dur="500"/>
                                        <p:tgtEl>
                                          <p:spTgt spid="35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20"/>
                                  </p:stCondLst>
                                  <p:childTnLst>
                                    <p:set>
                                      <p:cBhvr>
                                        <p:cTn dur="1" fill="hold">
                                          <p:stCondLst>
                                            <p:cond delay="0"/>
                                          </p:stCondLst>
                                        </p:cTn>
                                        <p:tgtEl>
                                          <p:spTgt spid="355"/>
                                        </p:tgtEl>
                                        <p:attrNameLst>
                                          <p:attrName>style.visibility</p:attrName>
                                        </p:attrNameLst>
                                      </p:cBhvr>
                                      <p:to>
                                        <p:strVal val="visible"/>
                                      </p:to>
                                    </p:set>
                                    <p:anim calcmode="lin" valueType="num">
                                      <p:cBhvr additive="base">
                                        <p:cTn dur="500"/>
                                        <p:tgtEl>
                                          <p:spTgt spid="35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80"/>
                                  </p:stCondLst>
                                  <p:childTnLst>
                                    <p:set>
                                      <p:cBhvr>
                                        <p:cTn dur="1" fill="hold">
                                          <p:stCondLst>
                                            <p:cond delay="0"/>
                                          </p:stCondLst>
                                        </p:cTn>
                                        <p:tgtEl>
                                          <p:spTgt spid="356"/>
                                        </p:tgtEl>
                                        <p:attrNameLst>
                                          <p:attrName>style.visibility</p:attrName>
                                        </p:attrNameLst>
                                      </p:cBhvr>
                                      <p:to>
                                        <p:strVal val="visible"/>
                                      </p:to>
                                    </p:set>
                                    <p:anim calcmode="lin" valueType="num">
                                      <p:cBhvr additive="base">
                                        <p:cTn dur="500"/>
                                        <p:tgtEl>
                                          <p:spTgt spid="35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80"/>
                                  </p:stCondLst>
                                  <p:childTnLst>
                                    <p:set>
                                      <p:cBhvr>
                                        <p:cTn dur="1" fill="hold">
                                          <p:stCondLst>
                                            <p:cond delay="0"/>
                                          </p:stCondLst>
                                        </p:cTn>
                                        <p:tgtEl>
                                          <p:spTgt spid="357"/>
                                        </p:tgtEl>
                                        <p:attrNameLst>
                                          <p:attrName>style.visibility</p:attrName>
                                        </p:attrNameLst>
                                      </p:cBhvr>
                                      <p:to>
                                        <p:strVal val="visible"/>
                                      </p:to>
                                    </p:set>
                                    <p:anim calcmode="lin" valueType="num">
                                      <p:cBhvr additive="base">
                                        <p:cTn dur="500"/>
                                        <p:tgtEl>
                                          <p:spTgt spid="35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2"/>
          <p:cNvSpPr txBox="1"/>
          <p:nvPr>
            <p:ph type="title"/>
          </p:nvPr>
        </p:nvSpPr>
        <p:spPr>
          <a:xfrm>
            <a:off x="548640" y="320040"/>
            <a:ext cx="11091672"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What's Different? </a:t>
            </a:r>
            <a:r>
              <a:rPr lang="en-US"/>
              <a:t>NoteWise</a:t>
            </a:r>
            <a:endParaRPr sz="3600"/>
          </a:p>
        </p:txBody>
      </p:sp>
      <p:sp>
        <p:nvSpPr>
          <p:cNvPr id="365" name="Google Shape;365;p12">
            <a:hlinkClick action="ppaction://hlinksldjump" r:id="rId3"/>
          </p:cNvPr>
          <p:cNvSpPr/>
          <p:nvPr/>
        </p:nvSpPr>
        <p:spPr>
          <a:xfrm>
            <a:off x="434340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4"/>
              </a:rPr>
              <a:t>1</a:t>
            </a:r>
            <a:endParaRPr b="0" i="0" sz="1000" u="none" cap="none" strike="noStrike">
              <a:solidFill>
                <a:schemeClr val="dk1"/>
              </a:solidFill>
              <a:latin typeface="Calibri"/>
              <a:ea typeface="Calibri"/>
              <a:cs typeface="Calibri"/>
              <a:sym typeface="Calibri"/>
            </a:endParaRPr>
          </a:p>
        </p:txBody>
      </p:sp>
      <p:sp>
        <p:nvSpPr>
          <p:cNvPr id="366" name="Google Shape;366;p12">
            <a:hlinkClick action="ppaction://hlinksldjump" r:id="rId5"/>
          </p:cNvPr>
          <p:cNvSpPr/>
          <p:nvPr/>
        </p:nvSpPr>
        <p:spPr>
          <a:xfrm>
            <a:off x="469087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6"/>
              </a:rPr>
              <a:t>2</a:t>
            </a:r>
            <a:endParaRPr b="0" i="0" sz="1000" u="none" cap="none" strike="noStrike">
              <a:solidFill>
                <a:schemeClr val="dk1"/>
              </a:solidFill>
              <a:latin typeface="Calibri"/>
              <a:ea typeface="Calibri"/>
              <a:cs typeface="Calibri"/>
              <a:sym typeface="Calibri"/>
            </a:endParaRPr>
          </a:p>
        </p:txBody>
      </p:sp>
      <p:sp>
        <p:nvSpPr>
          <p:cNvPr id="367" name="Google Shape;367;p12">
            <a:hlinkClick action="ppaction://hlinksldjump" r:id="rId7"/>
          </p:cNvPr>
          <p:cNvSpPr/>
          <p:nvPr/>
        </p:nvSpPr>
        <p:spPr>
          <a:xfrm>
            <a:off x="503834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8"/>
              </a:rPr>
              <a:t>3</a:t>
            </a:r>
            <a:endParaRPr b="0" i="0" sz="1000" u="none" cap="none" strike="noStrike">
              <a:solidFill>
                <a:schemeClr val="dk1"/>
              </a:solidFill>
              <a:latin typeface="Calibri"/>
              <a:ea typeface="Calibri"/>
              <a:cs typeface="Calibri"/>
              <a:sym typeface="Calibri"/>
            </a:endParaRPr>
          </a:p>
        </p:txBody>
      </p:sp>
      <p:sp>
        <p:nvSpPr>
          <p:cNvPr id="368" name="Google Shape;368;p12">
            <a:hlinkClick action="ppaction://hlinksldjump" r:id="rId9"/>
          </p:cNvPr>
          <p:cNvSpPr/>
          <p:nvPr/>
        </p:nvSpPr>
        <p:spPr>
          <a:xfrm>
            <a:off x="538581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0"/>
              </a:rPr>
              <a:t>4</a:t>
            </a:r>
            <a:endParaRPr b="0" i="0" sz="1000" u="none" cap="none" strike="noStrike">
              <a:solidFill>
                <a:schemeClr val="dk1"/>
              </a:solidFill>
              <a:latin typeface="Calibri"/>
              <a:ea typeface="Calibri"/>
              <a:cs typeface="Calibri"/>
              <a:sym typeface="Calibri"/>
            </a:endParaRPr>
          </a:p>
        </p:txBody>
      </p:sp>
      <p:sp>
        <p:nvSpPr>
          <p:cNvPr id="369" name="Google Shape;369;p12">
            <a:hlinkClick action="ppaction://hlinksldjump" r:id="rId11"/>
          </p:cNvPr>
          <p:cNvSpPr/>
          <p:nvPr/>
        </p:nvSpPr>
        <p:spPr>
          <a:xfrm>
            <a:off x="573328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2"/>
              </a:rPr>
              <a:t>5</a:t>
            </a:r>
            <a:endParaRPr b="0" i="0" sz="1000" u="none" cap="none" strike="noStrike">
              <a:solidFill>
                <a:schemeClr val="dk1"/>
              </a:solidFill>
              <a:latin typeface="Calibri"/>
              <a:ea typeface="Calibri"/>
              <a:cs typeface="Calibri"/>
              <a:sym typeface="Calibri"/>
            </a:endParaRPr>
          </a:p>
        </p:txBody>
      </p:sp>
      <p:sp>
        <p:nvSpPr>
          <p:cNvPr id="370" name="Google Shape;370;p12">
            <a:hlinkClick action="ppaction://hlinksldjump" r:id="rId13"/>
          </p:cNvPr>
          <p:cNvSpPr/>
          <p:nvPr/>
        </p:nvSpPr>
        <p:spPr>
          <a:xfrm>
            <a:off x="608076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4"/>
              </a:rPr>
              <a:t>6</a:t>
            </a:r>
            <a:endParaRPr b="0" i="0" sz="1000" u="none" cap="none" strike="noStrike">
              <a:solidFill>
                <a:schemeClr val="dk1"/>
              </a:solidFill>
              <a:latin typeface="Calibri"/>
              <a:ea typeface="Calibri"/>
              <a:cs typeface="Calibri"/>
              <a:sym typeface="Calibri"/>
            </a:endParaRPr>
          </a:p>
        </p:txBody>
      </p:sp>
      <p:sp>
        <p:nvSpPr>
          <p:cNvPr id="371" name="Google Shape;371;p12">
            <a:hlinkClick action="ppaction://hlinksldjump" r:id="rId15"/>
          </p:cNvPr>
          <p:cNvSpPr/>
          <p:nvPr/>
        </p:nvSpPr>
        <p:spPr>
          <a:xfrm>
            <a:off x="642823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6"/>
              </a:rPr>
              <a:t>7</a:t>
            </a:r>
            <a:endParaRPr b="0" i="0" sz="1000" u="none" cap="none" strike="noStrike">
              <a:solidFill>
                <a:schemeClr val="dk1"/>
              </a:solidFill>
              <a:latin typeface="Calibri"/>
              <a:ea typeface="Calibri"/>
              <a:cs typeface="Calibri"/>
              <a:sym typeface="Calibri"/>
            </a:endParaRPr>
          </a:p>
        </p:txBody>
      </p:sp>
      <p:sp>
        <p:nvSpPr>
          <p:cNvPr id="372" name="Google Shape;372;p12">
            <a:hlinkClick action="ppaction://hlinksldjump" r:id="rId17"/>
          </p:cNvPr>
          <p:cNvSpPr/>
          <p:nvPr/>
        </p:nvSpPr>
        <p:spPr>
          <a:xfrm>
            <a:off x="6775704" y="6419088"/>
            <a:ext cx="274320" cy="27432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8"/>
              </a:rPr>
              <a:t>8</a:t>
            </a:r>
            <a:endParaRPr b="0" i="0" sz="1000" u="none" cap="none" strike="noStrike">
              <a:solidFill>
                <a:schemeClr val="dk1"/>
              </a:solidFill>
              <a:latin typeface="Calibri"/>
              <a:ea typeface="Calibri"/>
              <a:cs typeface="Calibri"/>
              <a:sym typeface="Calibri"/>
            </a:endParaRPr>
          </a:p>
        </p:txBody>
      </p:sp>
      <p:sp>
        <p:nvSpPr>
          <p:cNvPr id="373" name="Google Shape;373;p12">
            <a:hlinkClick action="ppaction://hlinksldjump" r:id="rId19"/>
          </p:cNvPr>
          <p:cNvSpPr/>
          <p:nvPr/>
        </p:nvSpPr>
        <p:spPr>
          <a:xfrm>
            <a:off x="712317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0"/>
              </a:rPr>
              <a:t>9</a:t>
            </a:r>
            <a:endParaRPr b="0" i="0" sz="1000" u="none" cap="none" strike="noStrike">
              <a:solidFill>
                <a:schemeClr val="dk1"/>
              </a:solidFill>
              <a:latin typeface="Calibri"/>
              <a:ea typeface="Calibri"/>
              <a:cs typeface="Calibri"/>
              <a:sym typeface="Calibri"/>
            </a:endParaRPr>
          </a:p>
        </p:txBody>
      </p:sp>
      <p:sp>
        <p:nvSpPr>
          <p:cNvPr id="374" name="Google Shape;374;p12">
            <a:hlinkClick action="ppaction://hlinksldjump" r:id="rId21"/>
          </p:cNvPr>
          <p:cNvSpPr/>
          <p:nvPr/>
        </p:nvSpPr>
        <p:spPr>
          <a:xfrm>
            <a:off x="747064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2"/>
              </a:rPr>
              <a:t>10</a:t>
            </a:r>
            <a:endParaRPr b="0" i="0" sz="1000" u="none" cap="none" strike="noStrike">
              <a:solidFill>
                <a:schemeClr val="dk1"/>
              </a:solidFill>
              <a:latin typeface="Calibri"/>
              <a:ea typeface="Calibri"/>
              <a:cs typeface="Calibri"/>
              <a:sym typeface="Calibri"/>
            </a:endParaRPr>
          </a:p>
        </p:txBody>
      </p:sp>
      <p:sp>
        <p:nvSpPr>
          <p:cNvPr id="375" name="Google Shape;375;p12"/>
          <p:cNvSpPr/>
          <p:nvPr/>
        </p:nvSpPr>
        <p:spPr>
          <a:xfrm>
            <a:off x="548640" y="1371600"/>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anguage icon" id="376" name="Google Shape;376;p12"/>
          <p:cNvPicPr preferRelativeResize="0"/>
          <p:nvPr/>
        </p:nvPicPr>
        <p:blipFill rotWithShape="1">
          <a:blip r:embed="rId23">
            <a:alphaModFix/>
          </a:blip>
          <a:srcRect b="0" l="0" r="0" t="0"/>
          <a:stretch/>
        </p:blipFill>
        <p:spPr>
          <a:xfrm>
            <a:off x="674370" y="1497330"/>
            <a:ext cx="251460" cy="251460"/>
          </a:xfrm>
          <a:prstGeom prst="rect">
            <a:avLst/>
          </a:prstGeom>
          <a:noFill/>
          <a:ln>
            <a:noFill/>
          </a:ln>
        </p:spPr>
      </p:pic>
      <p:sp>
        <p:nvSpPr>
          <p:cNvPr id="377" name="Google Shape;377;p12"/>
          <p:cNvSpPr txBox="1"/>
          <p:nvPr/>
        </p:nvSpPr>
        <p:spPr>
          <a:xfrm>
            <a:off x="1280160" y="1371600"/>
            <a:ext cx="6492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Made for Hinglish classrooms</a:t>
            </a:r>
            <a:endParaRPr b="0" i="0" sz="1600" u="none" cap="none" strike="noStrike">
              <a:solidFill>
                <a:schemeClr val="dk1"/>
              </a:solidFill>
              <a:latin typeface="Calibri"/>
              <a:ea typeface="Calibri"/>
              <a:cs typeface="Calibri"/>
              <a:sym typeface="Calibri"/>
            </a:endParaRPr>
          </a:p>
        </p:txBody>
      </p:sp>
      <p:sp>
        <p:nvSpPr>
          <p:cNvPr id="378" name="Google Shape;378;p12"/>
          <p:cNvSpPr txBox="1"/>
          <p:nvPr/>
        </p:nvSpPr>
        <p:spPr>
          <a:xfrm>
            <a:off x="1280160" y="1664208"/>
            <a:ext cx="64922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Handles language switching mid-sentence, plus fans, chatter and a far-away phone.</a:t>
            </a:r>
            <a:endParaRPr b="0" i="0" sz="1400" u="none" cap="none" strike="noStrike">
              <a:solidFill>
                <a:schemeClr val="dk1"/>
              </a:solidFill>
              <a:latin typeface="Calibri"/>
              <a:ea typeface="Calibri"/>
              <a:cs typeface="Calibri"/>
              <a:sym typeface="Calibri"/>
            </a:endParaRPr>
          </a:p>
        </p:txBody>
      </p:sp>
      <p:sp>
        <p:nvSpPr>
          <p:cNvPr id="379" name="Google Shape;379;p12"/>
          <p:cNvSpPr/>
          <p:nvPr/>
        </p:nvSpPr>
        <p:spPr>
          <a:xfrm>
            <a:off x="548640" y="2267712"/>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lipboardList icon" id="380" name="Google Shape;380;p12"/>
          <p:cNvPicPr preferRelativeResize="0"/>
          <p:nvPr/>
        </p:nvPicPr>
        <p:blipFill rotWithShape="1">
          <a:blip r:embed="rId24">
            <a:alphaModFix/>
          </a:blip>
          <a:srcRect b="0" l="0" r="0" t="0"/>
          <a:stretch/>
        </p:blipFill>
        <p:spPr>
          <a:xfrm>
            <a:off x="674370" y="2393442"/>
            <a:ext cx="251460" cy="251460"/>
          </a:xfrm>
          <a:prstGeom prst="rect">
            <a:avLst/>
          </a:prstGeom>
          <a:noFill/>
          <a:ln>
            <a:noFill/>
          </a:ln>
        </p:spPr>
      </p:pic>
      <p:sp>
        <p:nvSpPr>
          <p:cNvPr id="381" name="Google Shape;381;p12"/>
          <p:cNvSpPr txBox="1"/>
          <p:nvPr/>
        </p:nvSpPr>
        <p:spPr>
          <a:xfrm>
            <a:off x="1280160" y="2267712"/>
            <a:ext cx="6492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Notes made for studying</a:t>
            </a:r>
            <a:endParaRPr b="0" i="0" sz="1600" u="none" cap="none" strike="noStrike">
              <a:solidFill>
                <a:schemeClr val="dk1"/>
              </a:solidFill>
              <a:latin typeface="Calibri"/>
              <a:ea typeface="Calibri"/>
              <a:cs typeface="Calibri"/>
              <a:sym typeface="Calibri"/>
            </a:endParaRPr>
          </a:p>
        </p:txBody>
      </p:sp>
      <p:sp>
        <p:nvSpPr>
          <p:cNvPr id="382" name="Google Shape;382;p12"/>
          <p:cNvSpPr txBox="1"/>
          <p:nvPr/>
        </p:nvSpPr>
        <p:spPr>
          <a:xfrm>
            <a:off x="1280160" y="2560320"/>
            <a:ext cx="64922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Topics, key terms, formulas, exam flags and a quick quiz, in English, Hinglish or Hindi.</a:t>
            </a:r>
            <a:endParaRPr b="0" i="0" sz="1400" u="none" cap="none" strike="noStrike">
              <a:solidFill>
                <a:schemeClr val="dk1"/>
              </a:solidFill>
              <a:latin typeface="Calibri"/>
              <a:ea typeface="Calibri"/>
              <a:cs typeface="Calibri"/>
              <a:sym typeface="Calibri"/>
            </a:endParaRPr>
          </a:p>
        </p:txBody>
      </p:sp>
      <p:sp>
        <p:nvSpPr>
          <p:cNvPr id="383" name="Google Shape;383;p12"/>
          <p:cNvSpPr/>
          <p:nvPr/>
        </p:nvSpPr>
        <p:spPr>
          <a:xfrm>
            <a:off x="548640" y="3163824"/>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pellCheck icon" id="384" name="Google Shape;384;p12"/>
          <p:cNvPicPr preferRelativeResize="0"/>
          <p:nvPr/>
        </p:nvPicPr>
        <p:blipFill rotWithShape="1">
          <a:blip r:embed="rId25">
            <a:alphaModFix/>
          </a:blip>
          <a:srcRect b="0" l="0" r="0" t="0"/>
          <a:stretch/>
        </p:blipFill>
        <p:spPr>
          <a:xfrm>
            <a:off x="674370" y="3289554"/>
            <a:ext cx="251460" cy="251460"/>
          </a:xfrm>
          <a:prstGeom prst="rect">
            <a:avLst/>
          </a:prstGeom>
          <a:noFill/>
          <a:ln>
            <a:noFill/>
          </a:ln>
        </p:spPr>
      </p:pic>
      <p:sp>
        <p:nvSpPr>
          <p:cNvPr id="385" name="Google Shape;385;p12"/>
          <p:cNvSpPr txBox="1"/>
          <p:nvPr/>
        </p:nvSpPr>
        <p:spPr>
          <a:xfrm>
            <a:off x="1280160" y="3163824"/>
            <a:ext cx="6492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Fixes subject words</a:t>
            </a:r>
            <a:endParaRPr b="0" i="0" sz="1600" u="none" cap="none" strike="noStrike">
              <a:solidFill>
                <a:schemeClr val="dk1"/>
              </a:solidFill>
              <a:latin typeface="Calibri"/>
              <a:ea typeface="Calibri"/>
              <a:cs typeface="Calibri"/>
              <a:sym typeface="Calibri"/>
            </a:endParaRPr>
          </a:p>
        </p:txBody>
      </p:sp>
      <p:sp>
        <p:nvSpPr>
          <p:cNvPr id="386" name="Google Shape;386;p12"/>
          <p:cNvSpPr txBox="1"/>
          <p:nvPr/>
        </p:nvSpPr>
        <p:spPr>
          <a:xfrm>
            <a:off x="1280160" y="3456432"/>
            <a:ext cx="64922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Upload the syllabus or slides once; a glossary fixes terms like “MOSFET” or “dereference”.</a:t>
            </a:r>
            <a:endParaRPr b="0" i="0" sz="1400" u="none" cap="none" strike="noStrike">
              <a:solidFill>
                <a:schemeClr val="dk1"/>
              </a:solidFill>
              <a:latin typeface="Calibri"/>
              <a:ea typeface="Calibri"/>
              <a:cs typeface="Calibri"/>
              <a:sym typeface="Calibri"/>
            </a:endParaRPr>
          </a:p>
        </p:txBody>
      </p:sp>
      <p:sp>
        <p:nvSpPr>
          <p:cNvPr id="387" name="Google Shape;387;p12"/>
          <p:cNvSpPr/>
          <p:nvPr/>
        </p:nvSpPr>
        <p:spPr>
          <a:xfrm>
            <a:off x="548640" y="4059936"/>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lay icon" id="388" name="Google Shape;388;p12"/>
          <p:cNvPicPr preferRelativeResize="0"/>
          <p:nvPr/>
        </p:nvPicPr>
        <p:blipFill rotWithShape="1">
          <a:blip r:embed="rId26">
            <a:alphaModFix/>
          </a:blip>
          <a:srcRect b="0" l="0" r="0" t="0"/>
          <a:stretch/>
        </p:blipFill>
        <p:spPr>
          <a:xfrm>
            <a:off x="674370" y="4185666"/>
            <a:ext cx="251460" cy="251460"/>
          </a:xfrm>
          <a:prstGeom prst="rect">
            <a:avLst/>
          </a:prstGeom>
          <a:noFill/>
          <a:ln>
            <a:noFill/>
          </a:ln>
        </p:spPr>
      </p:pic>
      <p:sp>
        <p:nvSpPr>
          <p:cNvPr id="389" name="Google Shape;389;p12"/>
          <p:cNvSpPr txBox="1"/>
          <p:nvPr/>
        </p:nvSpPr>
        <p:spPr>
          <a:xfrm>
            <a:off x="1280160" y="4059936"/>
            <a:ext cx="6492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Calibri"/>
              <a:buNone/>
            </a:pPr>
            <a:r>
              <a:rPr b="1" i="0" lang="en-US" sz="1600" u="none" cap="none" strike="noStrike">
                <a:solidFill>
                  <a:schemeClr val="dk1"/>
                </a:solidFill>
                <a:latin typeface="Calibri"/>
                <a:ea typeface="Calibri"/>
                <a:cs typeface="Calibri"/>
                <a:sym typeface="Calibri"/>
              </a:rPr>
              <a:t>Tap a note, hear the teacher</a:t>
            </a:r>
            <a:endParaRPr b="0" i="0" sz="1600" u="none" cap="none" strike="noStrike">
              <a:solidFill>
                <a:schemeClr val="dk1"/>
              </a:solidFill>
              <a:latin typeface="Calibri"/>
              <a:ea typeface="Calibri"/>
              <a:cs typeface="Calibri"/>
              <a:sym typeface="Calibri"/>
            </a:endParaRPr>
          </a:p>
        </p:txBody>
      </p:sp>
      <p:sp>
        <p:nvSpPr>
          <p:cNvPr id="390" name="Google Shape;390;p12"/>
          <p:cNvSpPr txBox="1"/>
          <p:nvPr/>
        </p:nvSpPr>
        <p:spPr>
          <a:xfrm>
            <a:off x="1280160" y="4352544"/>
            <a:ext cx="64922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Each note line links to its audio, so wrong notes are easy to spot and fix.</a:t>
            </a:r>
            <a:endParaRPr b="0" i="0" sz="1400" u="none" cap="none" strike="noStrike">
              <a:solidFill>
                <a:schemeClr val="dk1"/>
              </a:solidFill>
              <a:latin typeface="Calibri"/>
              <a:ea typeface="Calibri"/>
              <a:cs typeface="Calibri"/>
              <a:sym typeface="Calibri"/>
            </a:endParaRPr>
          </a:p>
        </p:txBody>
      </p:sp>
      <p:sp>
        <p:nvSpPr>
          <p:cNvPr id="391" name="Google Shape;391;p12"/>
          <p:cNvSpPr/>
          <p:nvPr/>
        </p:nvSpPr>
        <p:spPr>
          <a:xfrm>
            <a:off x="548640" y="4983480"/>
            <a:ext cx="7223760" cy="1188720"/>
          </a:xfrm>
          <a:prstGeom prst="roundRect">
            <a:avLst>
              <a:gd fmla="val 10769"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2"/>
          <p:cNvSpPr txBox="1"/>
          <p:nvPr/>
        </p:nvSpPr>
        <p:spPr>
          <a:xfrm>
            <a:off x="777240" y="5093208"/>
            <a:ext cx="2743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100"/>
              <a:buFont typeface="Calibri"/>
              <a:buNone/>
            </a:pPr>
            <a:r>
              <a:rPr b="1" i="0" lang="en-US" sz="1100" u="none" cap="none" strike="noStrike">
                <a:solidFill>
                  <a:schemeClr val="accent5"/>
                </a:solidFill>
                <a:latin typeface="Calibri"/>
                <a:ea typeface="Calibri"/>
                <a:cs typeface="Calibri"/>
                <a:sym typeface="Calibri"/>
              </a:rPr>
              <a:t>MY APPROACH</a:t>
            </a:r>
            <a:endParaRPr b="0" i="0" sz="1100" u="none" cap="none" strike="noStrike">
              <a:solidFill>
                <a:schemeClr val="dk1"/>
              </a:solidFill>
              <a:latin typeface="Calibri"/>
              <a:ea typeface="Calibri"/>
              <a:cs typeface="Calibri"/>
              <a:sym typeface="Calibri"/>
            </a:endParaRPr>
          </a:p>
        </p:txBody>
      </p:sp>
      <p:sp>
        <p:nvSpPr>
          <p:cNvPr id="393" name="Google Shape;393;p12"/>
          <p:cNvSpPr txBox="1"/>
          <p:nvPr/>
        </p:nvSpPr>
        <p:spPr>
          <a:xfrm>
            <a:off x="777240" y="5349240"/>
            <a:ext cx="67665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Don't rebuild speech recognition. Test 2–3 existing engines on real classroom audio, then put the effort into the notes layer and noisy rooms. First prototype: a web page where you upload a recording and get notes back.</a:t>
            </a:r>
            <a:endParaRPr b="0" i="0" sz="1400" u="none" cap="none" strike="noStrike">
              <a:solidFill>
                <a:schemeClr val="dk1"/>
              </a:solidFill>
              <a:latin typeface="Calibri"/>
              <a:ea typeface="Calibri"/>
              <a:cs typeface="Calibri"/>
              <a:sym typeface="Calibri"/>
            </a:endParaRPr>
          </a:p>
        </p:txBody>
      </p:sp>
      <p:sp>
        <p:nvSpPr>
          <p:cNvPr id="394" name="Google Shape;394;p12"/>
          <p:cNvSpPr/>
          <p:nvPr/>
        </p:nvSpPr>
        <p:spPr>
          <a:xfrm>
            <a:off x="8503920" y="1325880"/>
            <a:ext cx="2926080" cy="4526280"/>
          </a:xfrm>
          <a:prstGeom prst="roundRect">
            <a:avLst>
              <a:gd fmla="val 9375"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2"/>
          <p:cNvSpPr/>
          <p:nvPr/>
        </p:nvSpPr>
        <p:spPr>
          <a:xfrm>
            <a:off x="8613648" y="1435608"/>
            <a:ext cx="2706624" cy="4306824"/>
          </a:xfrm>
          <a:prstGeom prst="roundRect">
            <a:avLst>
              <a:gd fmla="val 7432"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2"/>
          <p:cNvSpPr txBox="1"/>
          <p:nvPr/>
        </p:nvSpPr>
        <p:spPr>
          <a:xfrm>
            <a:off x="8750808" y="1600200"/>
            <a:ext cx="246888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000"/>
              <a:buFont typeface="Calibri"/>
              <a:buNone/>
            </a:pPr>
            <a:r>
              <a:rPr b="0" i="0" lang="en-US" sz="1000" u="none" cap="none" strike="noStrike">
                <a:solidFill>
                  <a:schemeClr val="accent5"/>
                </a:solidFill>
                <a:latin typeface="Calibri"/>
                <a:ea typeface="Calibri"/>
                <a:cs typeface="Calibri"/>
                <a:sym typeface="Calibri"/>
              </a:rPr>
              <a:t>Data Structures · Lecture 7</a:t>
            </a:r>
            <a:endParaRPr b="0" i="0" sz="1000" u="none" cap="none" strike="noStrike">
              <a:solidFill>
                <a:schemeClr val="dk1"/>
              </a:solidFill>
              <a:latin typeface="Calibri"/>
              <a:ea typeface="Calibri"/>
              <a:cs typeface="Calibri"/>
              <a:sym typeface="Calibri"/>
            </a:endParaRPr>
          </a:p>
        </p:txBody>
      </p:sp>
      <p:sp>
        <p:nvSpPr>
          <p:cNvPr id="397" name="Google Shape;397;p12"/>
          <p:cNvSpPr/>
          <p:nvPr/>
        </p:nvSpPr>
        <p:spPr>
          <a:xfrm>
            <a:off x="8750808" y="1874520"/>
            <a:ext cx="713232" cy="256032"/>
          </a:xfrm>
          <a:prstGeom prst="roundRect">
            <a:avLst>
              <a:gd fmla="val 50000" name="adj"/>
            </a:avLst>
          </a:prstGeom>
          <a:solidFill>
            <a:schemeClr val="dk2"/>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alibri"/>
              <a:buNone/>
            </a:pPr>
            <a:r>
              <a:rPr b="1" i="0" lang="en-US" sz="1000" u="none" cap="none" strike="noStrike">
                <a:solidFill>
                  <a:schemeClr val="lt1"/>
                </a:solidFill>
                <a:latin typeface="Calibri"/>
                <a:ea typeface="Calibri"/>
                <a:cs typeface="Calibri"/>
                <a:sym typeface="Calibri"/>
              </a:rPr>
              <a:t>Notes</a:t>
            </a:r>
            <a:endParaRPr b="0" i="0" sz="1000" u="none" cap="none" strike="noStrike">
              <a:solidFill>
                <a:schemeClr val="dk1"/>
              </a:solidFill>
              <a:latin typeface="Calibri"/>
              <a:ea typeface="Calibri"/>
              <a:cs typeface="Calibri"/>
              <a:sym typeface="Calibri"/>
            </a:endParaRPr>
          </a:p>
        </p:txBody>
      </p:sp>
      <p:sp>
        <p:nvSpPr>
          <p:cNvPr id="398" name="Google Shape;398;p12"/>
          <p:cNvSpPr/>
          <p:nvPr/>
        </p:nvSpPr>
        <p:spPr>
          <a:xfrm>
            <a:off x="9537192" y="1874520"/>
            <a:ext cx="822960" cy="256032"/>
          </a:xfrm>
          <a:prstGeom prst="roundRect">
            <a:avLst>
              <a:gd fmla="val 50000" name="adj"/>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none" cap="none" strike="noStrike">
                <a:solidFill>
                  <a:schemeClr val="accent5"/>
                </a:solidFill>
                <a:latin typeface="Calibri"/>
                <a:ea typeface="Calibri"/>
                <a:cs typeface="Calibri"/>
                <a:sym typeface="Calibri"/>
              </a:rPr>
              <a:t>Transcript</a:t>
            </a:r>
            <a:endParaRPr b="0" i="0" sz="1000" u="none" cap="none" strike="noStrike">
              <a:solidFill>
                <a:schemeClr val="dk1"/>
              </a:solidFill>
              <a:latin typeface="Calibri"/>
              <a:ea typeface="Calibri"/>
              <a:cs typeface="Calibri"/>
              <a:sym typeface="Calibri"/>
            </a:endParaRPr>
          </a:p>
        </p:txBody>
      </p:sp>
      <p:sp>
        <p:nvSpPr>
          <p:cNvPr id="399" name="Google Shape;399;p12"/>
          <p:cNvSpPr/>
          <p:nvPr/>
        </p:nvSpPr>
        <p:spPr>
          <a:xfrm>
            <a:off x="10433304" y="1874520"/>
            <a:ext cx="548640" cy="256032"/>
          </a:xfrm>
          <a:prstGeom prst="roundRect">
            <a:avLst>
              <a:gd fmla="val 50000" name="adj"/>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none" cap="none" strike="noStrike">
                <a:solidFill>
                  <a:schemeClr val="accent5"/>
                </a:solidFill>
                <a:latin typeface="Calibri"/>
                <a:ea typeface="Calibri"/>
                <a:cs typeface="Calibri"/>
                <a:sym typeface="Calibri"/>
              </a:rPr>
              <a:t>Quiz</a:t>
            </a:r>
            <a:endParaRPr b="0" i="0" sz="1000" u="none" cap="none" strike="noStrike">
              <a:solidFill>
                <a:schemeClr val="dk1"/>
              </a:solidFill>
              <a:latin typeface="Calibri"/>
              <a:ea typeface="Calibri"/>
              <a:cs typeface="Calibri"/>
              <a:sym typeface="Calibri"/>
            </a:endParaRPr>
          </a:p>
        </p:txBody>
      </p:sp>
      <p:sp>
        <p:nvSpPr>
          <p:cNvPr id="400" name="Google Shape;400;p12"/>
          <p:cNvSpPr txBox="1"/>
          <p:nvPr/>
        </p:nvSpPr>
        <p:spPr>
          <a:xfrm>
            <a:off x="8750808" y="2286000"/>
            <a:ext cx="24688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1700"/>
              <a:buFont typeface="Cambria"/>
              <a:buNone/>
            </a:pPr>
            <a:r>
              <a:rPr b="1" i="0" lang="en-US" sz="1700" u="none" cap="none" strike="noStrike">
                <a:solidFill>
                  <a:schemeClr val="dk2"/>
                </a:solidFill>
                <a:latin typeface="Cambria"/>
                <a:ea typeface="Cambria"/>
                <a:cs typeface="Cambria"/>
                <a:sym typeface="Cambria"/>
              </a:rPr>
              <a:t>Pointers</a:t>
            </a:r>
            <a:endParaRPr b="0" i="0" sz="1700" u="none" cap="none" strike="noStrike">
              <a:solidFill>
                <a:schemeClr val="dk1"/>
              </a:solidFill>
              <a:latin typeface="Calibri"/>
              <a:ea typeface="Calibri"/>
              <a:cs typeface="Calibri"/>
              <a:sym typeface="Calibri"/>
            </a:endParaRPr>
          </a:p>
        </p:txBody>
      </p:sp>
      <p:sp>
        <p:nvSpPr>
          <p:cNvPr id="401" name="Google Shape;401;p12"/>
          <p:cNvSpPr txBox="1"/>
          <p:nvPr/>
        </p:nvSpPr>
        <p:spPr>
          <a:xfrm>
            <a:off x="8750808" y="2697480"/>
            <a:ext cx="16459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Stores the address of another variable</a:t>
            </a:r>
            <a:endParaRPr b="0" i="0" sz="1100" u="none" cap="none" strike="noStrike">
              <a:solidFill>
                <a:schemeClr val="dk1"/>
              </a:solidFill>
              <a:latin typeface="Calibri"/>
              <a:ea typeface="Calibri"/>
              <a:cs typeface="Calibri"/>
              <a:sym typeface="Calibri"/>
            </a:endParaRPr>
          </a:p>
        </p:txBody>
      </p:sp>
      <p:sp>
        <p:nvSpPr>
          <p:cNvPr id="402" name="Google Shape;402;p12"/>
          <p:cNvSpPr/>
          <p:nvPr/>
        </p:nvSpPr>
        <p:spPr>
          <a:xfrm>
            <a:off x="10469880" y="2743200"/>
            <a:ext cx="731520" cy="237744"/>
          </a:xfrm>
          <a:prstGeom prst="roundRect">
            <a:avLst>
              <a:gd fmla="val 50000" name="adj"/>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none" cap="none" strike="noStrike">
                <a:solidFill>
                  <a:schemeClr val="dk2"/>
                </a:solidFill>
                <a:latin typeface="Calibri"/>
                <a:ea typeface="Calibri"/>
                <a:cs typeface="Calibri"/>
                <a:sym typeface="Calibri"/>
              </a:rPr>
              <a:t>► 04:10</a:t>
            </a:r>
            <a:endParaRPr b="0" i="0" sz="1000" u="none" cap="none" strike="noStrike">
              <a:solidFill>
                <a:schemeClr val="dk1"/>
              </a:solidFill>
              <a:latin typeface="Calibri"/>
              <a:ea typeface="Calibri"/>
              <a:cs typeface="Calibri"/>
              <a:sym typeface="Calibri"/>
            </a:endParaRPr>
          </a:p>
        </p:txBody>
      </p:sp>
      <p:sp>
        <p:nvSpPr>
          <p:cNvPr id="403" name="Google Shape;403;p12"/>
          <p:cNvSpPr txBox="1"/>
          <p:nvPr/>
        </p:nvSpPr>
        <p:spPr>
          <a:xfrm>
            <a:off x="8750808" y="3154680"/>
            <a:ext cx="16459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Dereference = value at that address</a:t>
            </a:r>
            <a:endParaRPr b="0" i="0" sz="1100" u="none" cap="none" strike="noStrike">
              <a:solidFill>
                <a:schemeClr val="dk1"/>
              </a:solidFill>
              <a:latin typeface="Calibri"/>
              <a:ea typeface="Calibri"/>
              <a:cs typeface="Calibri"/>
              <a:sym typeface="Calibri"/>
            </a:endParaRPr>
          </a:p>
        </p:txBody>
      </p:sp>
      <p:sp>
        <p:nvSpPr>
          <p:cNvPr id="404" name="Google Shape;404;p12"/>
          <p:cNvSpPr/>
          <p:nvPr/>
        </p:nvSpPr>
        <p:spPr>
          <a:xfrm>
            <a:off x="10469880" y="3200400"/>
            <a:ext cx="731520" cy="237744"/>
          </a:xfrm>
          <a:prstGeom prst="roundRect">
            <a:avLst>
              <a:gd fmla="val 50000" name="adj"/>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none" cap="none" strike="noStrike">
                <a:solidFill>
                  <a:schemeClr val="dk2"/>
                </a:solidFill>
                <a:latin typeface="Calibri"/>
                <a:ea typeface="Calibri"/>
                <a:cs typeface="Calibri"/>
                <a:sym typeface="Calibri"/>
              </a:rPr>
              <a:t>► 12:42</a:t>
            </a:r>
            <a:endParaRPr b="0" i="0" sz="1000" u="none" cap="none" strike="noStrike">
              <a:solidFill>
                <a:schemeClr val="dk1"/>
              </a:solidFill>
              <a:latin typeface="Calibri"/>
              <a:ea typeface="Calibri"/>
              <a:cs typeface="Calibri"/>
              <a:sym typeface="Calibri"/>
            </a:endParaRPr>
          </a:p>
        </p:txBody>
      </p:sp>
      <p:sp>
        <p:nvSpPr>
          <p:cNvPr id="405" name="Google Shape;405;p12"/>
          <p:cNvSpPr txBox="1"/>
          <p:nvPr/>
        </p:nvSpPr>
        <p:spPr>
          <a:xfrm>
            <a:off x="8750808" y="3611880"/>
            <a:ext cx="16459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100"/>
              <a:buFont typeface="Calibri"/>
              <a:buNone/>
            </a:pPr>
            <a:r>
              <a:rPr b="0" i="0" lang="en-US" sz="1100" u="none" cap="none" strike="noStrike">
                <a:solidFill>
                  <a:schemeClr val="dk1"/>
                </a:solidFill>
                <a:latin typeface="Calibri"/>
                <a:ea typeface="Calibri"/>
                <a:cs typeface="Calibri"/>
                <a:sym typeface="Calibri"/>
              </a:rPr>
              <a:t>Null pointer points to nothing</a:t>
            </a:r>
            <a:endParaRPr b="0" i="0" sz="1100" u="none" cap="none" strike="noStrike">
              <a:solidFill>
                <a:schemeClr val="dk1"/>
              </a:solidFill>
              <a:latin typeface="Calibri"/>
              <a:ea typeface="Calibri"/>
              <a:cs typeface="Calibri"/>
              <a:sym typeface="Calibri"/>
            </a:endParaRPr>
          </a:p>
        </p:txBody>
      </p:sp>
      <p:sp>
        <p:nvSpPr>
          <p:cNvPr id="406" name="Google Shape;406;p12"/>
          <p:cNvSpPr/>
          <p:nvPr/>
        </p:nvSpPr>
        <p:spPr>
          <a:xfrm>
            <a:off x="10469880" y="3657600"/>
            <a:ext cx="731520" cy="237744"/>
          </a:xfrm>
          <a:prstGeom prst="roundRect">
            <a:avLst>
              <a:gd fmla="val 50000" name="adj"/>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none" cap="none" strike="noStrike">
                <a:solidFill>
                  <a:schemeClr val="dk2"/>
                </a:solidFill>
                <a:latin typeface="Calibri"/>
                <a:ea typeface="Calibri"/>
                <a:cs typeface="Calibri"/>
                <a:sym typeface="Calibri"/>
              </a:rPr>
              <a:t>► 21:05</a:t>
            </a:r>
            <a:endParaRPr b="0" i="0" sz="1000" u="none" cap="none" strike="noStrike">
              <a:solidFill>
                <a:schemeClr val="dk1"/>
              </a:solidFill>
              <a:latin typeface="Calibri"/>
              <a:ea typeface="Calibri"/>
              <a:cs typeface="Calibri"/>
              <a:sym typeface="Calibri"/>
            </a:endParaRPr>
          </a:p>
        </p:txBody>
      </p:sp>
      <p:sp>
        <p:nvSpPr>
          <p:cNvPr id="407" name="Google Shape;407;p12"/>
          <p:cNvSpPr/>
          <p:nvPr/>
        </p:nvSpPr>
        <p:spPr>
          <a:xfrm>
            <a:off x="8750808" y="4114800"/>
            <a:ext cx="1417320" cy="256032"/>
          </a:xfrm>
          <a:prstGeom prst="roundRect">
            <a:avLst>
              <a:gd fmla="val 50000" name="adj"/>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none" cap="none" strike="noStrike">
                <a:solidFill>
                  <a:schemeClr val="dk2"/>
                </a:solidFill>
                <a:latin typeface="Calibri"/>
                <a:ea typeface="Calibri"/>
                <a:cs typeface="Calibri"/>
                <a:sym typeface="Calibri"/>
              </a:rPr>
              <a:t>★ Exam-important</a:t>
            </a:r>
            <a:endParaRPr b="0" i="0" sz="1000" u="none" cap="none" strike="noStrike">
              <a:solidFill>
                <a:schemeClr val="dk1"/>
              </a:solidFill>
              <a:latin typeface="Calibri"/>
              <a:ea typeface="Calibri"/>
              <a:cs typeface="Calibri"/>
              <a:sym typeface="Calibri"/>
            </a:endParaRPr>
          </a:p>
        </p:txBody>
      </p:sp>
      <p:sp>
        <p:nvSpPr>
          <p:cNvPr id="408" name="Google Shape;408;p12"/>
          <p:cNvSpPr txBox="1"/>
          <p:nvPr/>
        </p:nvSpPr>
        <p:spPr>
          <a:xfrm>
            <a:off x="8750808" y="4498848"/>
            <a:ext cx="13716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5"/>
              </a:buClr>
              <a:buSzPts val="1000"/>
              <a:buFont typeface="Calibri"/>
              <a:buNone/>
            </a:pPr>
            <a:r>
              <a:rPr b="0" i="0" lang="en-US" sz="1000" u="none" cap="none" strike="noStrike">
                <a:solidFill>
                  <a:schemeClr val="accent5"/>
                </a:solidFill>
                <a:latin typeface="Calibri"/>
                <a:ea typeface="Calibri"/>
                <a:cs typeface="Calibri"/>
                <a:sym typeface="Calibri"/>
              </a:rPr>
              <a:t>Key terms</a:t>
            </a:r>
            <a:endParaRPr b="0" i="0" sz="1000" u="none" cap="none" strike="noStrike">
              <a:solidFill>
                <a:schemeClr val="dk1"/>
              </a:solidFill>
              <a:latin typeface="Calibri"/>
              <a:ea typeface="Calibri"/>
              <a:cs typeface="Calibri"/>
              <a:sym typeface="Calibri"/>
            </a:endParaRPr>
          </a:p>
        </p:txBody>
      </p:sp>
      <p:sp>
        <p:nvSpPr>
          <p:cNvPr id="409" name="Google Shape;409;p12"/>
          <p:cNvSpPr/>
          <p:nvPr/>
        </p:nvSpPr>
        <p:spPr>
          <a:xfrm>
            <a:off x="8750808" y="4736592"/>
            <a:ext cx="685800" cy="237744"/>
          </a:xfrm>
          <a:prstGeom prst="roundRect">
            <a:avLst>
              <a:gd fmla="val 50000" name="adj"/>
            </a:avLst>
          </a:prstGeom>
          <a:solidFill>
            <a:schemeClr val="accent3"/>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alibri"/>
              <a:buNone/>
            </a:pPr>
            <a:r>
              <a:rPr b="1" i="0" lang="en-US" sz="1000" u="none" cap="none" strike="noStrike">
                <a:solidFill>
                  <a:schemeClr val="lt1"/>
                </a:solidFill>
                <a:latin typeface="Calibri"/>
                <a:ea typeface="Calibri"/>
                <a:cs typeface="Calibri"/>
                <a:sym typeface="Calibri"/>
              </a:rPr>
              <a:t>pointer</a:t>
            </a:r>
            <a:endParaRPr b="0" i="0" sz="1000" u="none" cap="none" strike="noStrike">
              <a:solidFill>
                <a:schemeClr val="dk1"/>
              </a:solidFill>
              <a:latin typeface="Calibri"/>
              <a:ea typeface="Calibri"/>
              <a:cs typeface="Calibri"/>
              <a:sym typeface="Calibri"/>
            </a:endParaRPr>
          </a:p>
        </p:txBody>
      </p:sp>
      <p:sp>
        <p:nvSpPr>
          <p:cNvPr id="410" name="Google Shape;410;p12"/>
          <p:cNvSpPr/>
          <p:nvPr/>
        </p:nvSpPr>
        <p:spPr>
          <a:xfrm>
            <a:off x="9509760" y="4736592"/>
            <a:ext cx="868680" cy="237744"/>
          </a:xfrm>
          <a:prstGeom prst="roundRect">
            <a:avLst>
              <a:gd fmla="val 50000" name="adj"/>
            </a:avLst>
          </a:prstGeom>
          <a:solidFill>
            <a:schemeClr val="accent3"/>
          </a:solidFill>
          <a:ln>
            <a:noFill/>
          </a:ln>
        </p:spPr>
        <p:txBody>
          <a:bodyPr anchorCtr="0" anchor="ctr" bIns="0" lIns="0" spcFirstLastPara="1" rIns="0" wrap="square" tIns="0">
            <a:noAutofit/>
          </a:bodyPr>
          <a:lstStyle/>
          <a:p>
            <a:pPr indent="0" lvl="0" marL="0" marR="0" rtl="0" algn="ctr">
              <a:spcBef>
                <a:spcPts val="0"/>
              </a:spcBef>
              <a:spcAft>
                <a:spcPts val="0"/>
              </a:spcAft>
              <a:buClr>
                <a:schemeClr val="lt1"/>
              </a:buClr>
              <a:buSzPts val="1000"/>
              <a:buFont typeface="Calibri"/>
              <a:buNone/>
            </a:pPr>
            <a:r>
              <a:rPr b="1" i="0" lang="en-US" sz="1000" u="none" cap="none" strike="noStrike">
                <a:solidFill>
                  <a:schemeClr val="lt1"/>
                </a:solidFill>
                <a:latin typeface="Calibri"/>
                <a:ea typeface="Calibri"/>
                <a:cs typeface="Calibri"/>
                <a:sym typeface="Calibri"/>
              </a:rPr>
              <a:t>dereference</a:t>
            </a:r>
            <a:endParaRPr b="0" i="0" sz="1000" u="none" cap="none" strike="noStrike">
              <a:solidFill>
                <a:schemeClr val="dk1"/>
              </a:solidFill>
              <a:latin typeface="Calibri"/>
              <a:ea typeface="Calibri"/>
              <a:cs typeface="Calibri"/>
              <a:sym typeface="Calibri"/>
            </a:endParaRPr>
          </a:p>
        </p:txBody>
      </p:sp>
      <p:sp>
        <p:nvSpPr>
          <p:cNvPr id="411" name="Google Shape;411;p12"/>
          <p:cNvSpPr/>
          <p:nvPr/>
        </p:nvSpPr>
        <p:spPr>
          <a:xfrm>
            <a:off x="8750808" y="5303520"/>
            <a:ext cx="1691640" cy="73152"/>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2"/>
          <p:cNvSpPr/>
          <p:nvPr/>
        </p:nvSpPr>
        <p:spPr>
          <a:xfrm>
            <a:off x="8750808" y="5303520"/>
            <a:ext cx="822960" cy="73152"/>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2"/>
          <p:cNvSpPr txBox="1"/>
          <p:nvPr/>
        </p:nvSpPr>
        <p:spPr>
          <a:xfrm>
            <a:off x="10561320" y="5212080"/>
            <a:ext cx="640080" cy="2286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chemeClr val="accent5"/>
              </a:buClr>
              <a:buSzPts val="1000"/>
              <a:buFont typeface="Calibri"/>
              <a:buNone/>
            </a:pPr>
            <a:r>
              <a:rPr b="0" i="0" lang="en-US" sz="1000" u="none" cap="none" strike="noStrike">
                <a:solidFill>
                  <a:schemeClr val="accent5"/>
                </a:solidFill>
                <a:latin typeface="Calibri"/>
                <a:ea typeface="Calibri"/>
                <a:cs typeface="Calibri"/>
                <a:sym typeface="Calibri"/>
              </a:rPr>
              <a:t>12:42</a:t>
            </a:r>
            <a:endParaRPr b="0" i="0" sz="1000" u="none" cap="none" strike="noStrike">
              <a:solidFill>
                <a:schemeClr val="dk1"/>
              </a:solidFill>
              <a:latin typeface="Calibri"/>
              <a:ea typeface="Calibri"/>
              <a:cs typeface="Calibri"/>
              <a:sym typeface="Calibri"/>
            </a:endParaRPr>
          </a:p>
        </p:txBody>
      </p:sp>
      <p:sp>
        <p:nvSpPr>
          <p:cNvPr id="414" name="Google Shape;414;p12"/>
          <p:cNvSpPr txBox="1"/>
          <p:nvPr/>
        </p:nvSpPr>
        <p:spPr>
          <a:xfrm>
            <a:off x="8321040" y="5943600"/>
            <a:ext cx="3291840" cy="3657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accent3"/>
              </a:buClr>
              <a:buSzPts val="1400"/>
              <a:buFont typeface="Calibri"/>
              <a:buNone/>
            </a:pPr>
            <a:r>
              <a:rPr b="1" i="0" lang="en-US" sz="1400" u="none" cap="none" strike="noStrike">
                <a:solidFill>
                  <a:schemeClr val="accent3"/>
                </a:solidFill>
                <a:latin typeface="Calibri"/>
                <a:ea typeface="Calibri"/>
                <a:cs typeface="Calibri"/>
                <a:sym typeface="Calibri"/>
              </a:rPr>
              <a:t>Final product: mobile app + web dashboard</a:t>
            </a:r>
            <a:endParaRPr b="0" i="0" sz="1400" u="none" cap="none" strike="noStrike">
              <a:solidFill>
                <a:schemeClr val="dk1"/>
              </a:solidFill>
              <a:latin typeface="Calibri"/>
              <a:ea typeface="Calibri"/>
              <a:cs typeface="Calibri"/>
              <a:sym typeface="Calibri"/>
            </a:endParaRPr>
          </a:p>
        </p:txBody>
      </p:sp>
      <p:sp>
        <p:nvSpPr>
          <p:cNvPr id="415" name="Google Shape;415;p12"/>
          <p:cNvSpPr txBox="1"/>
          <p:nvPr>
            <p:ph idx="4294967295" type="sldNum"/>
          </p:nvPr>
        </p:nvSpPr>
        <p:spPr>
          <a:xfrm>
            <a:off x="11155680" y="6419088"/>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375"/>
                                        </p:tgtEl>
                                        <p:attrNameLst>
                                          <p:attrName>style.visibility</p:attrName>
                                        </p:attrNameLst>
                                      </p:cBhvr>
                                      <p:to>
                                        <p:strVal val="visible"/>
                                      </p:to>
                                    </p:set>
                                    <p:anim calcmode="lin" valueType="num">
                                      <p:cBhvr additive="base">
                                        <p:cTn dur="500"/>
                                        <p:tgtEl>
                                          <p:spTgt spid="37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76"/>
                                        </p:tgtEl>
                                        <p:attrNameLst>
                                          <p:attrName>style.visibility</p:attrName>
                                        </p:attrNameLst>
                                      </p:cBhvr>
                                      <p:to>
                                        <p:strVal val="visible"/>
                                      </p:to>
                                    </p:set>
                                    <p:anim calcmode="lin" valueType="num">
                                      <p:cBhvr additive="base">
                                        <p:cTn dur="500"/>
                                        <p:tgtEl>
                                          <p:spTgt spid="37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77"/>
                                        </p:tgtEl>
                                        <p:attrNameLst>
                                          <p:attrName>style.visibility</p:attrName>
                                        </p:attrNameLst>
                                      </p:cBhvr>
                                      <p:to>
                                        <p:strVal val="visible"/>
                                      </p:to>
                                    </p:set>
                                    <p:anim calcmode="lin" valueType="num">
                                      <p:cBhvr additive="base">
                                        <p:cTn dur="500"/>
                                        <p:tgtEl>
                                          <p:spTgt spid="37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78"/>
                                        </p:tgtEl>
                                        <p:attrNameLst>
                                          <p:attrName>style.visibility</p:attrName>
                                        </p:attrNameLst>
                                      </p:cBhvr>
                                      <p:to>
                                        <p:strVal val="visible"/>
                                      </p:to>
                                    </p:set>
                                    <p:anim calcmode="lin" valueType="num">
                                      <p:cBhvr additive="base">
                                        <p:cTn dur="500"/>
                                        <p:tgtEl>
                                          <p:spTgt spid="37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379"/>
                                        </p:tgtEl>
                                        <p:attrNameLst>
                                          <p:attrName>style.visibility</p:attrName>
                                        </p:attrNameLst>
                                      </p:cBhvr>
                                      <p:to>
                                        <p:strVal val="visible"/>
                                      </p:to>
                                    </p:set>
                                    <p:anim calcmode="lin" valueType="num">
                                      <p:cBhvr additive="base">
                                        <p:cTn dur="500"/>
                                        <p:tgtEl>
                                          <p:spTgt spid="37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380"/>
                                        </p:tgtEl>
                                        <p:attrNameLst>
                                          <p:attrName>style.visibility</p:attrName>
                                        </p:attrNameLst>
                                      </p:cBhvr>
                                      <p:to>
                                        <p:strVal val="visible"/>
                                      </p:to>
                                    </p:set>
                                    <p:anim calcmode="lin" valueType="num">
                                      <p:cBhvr additive="base">
                                        <p:cTn dur="500"/>
                                        <p:tgtEl>
                                          <p:spTgt spid="38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381"/>
                                        </p:tgtEl>
                                        <p:attrNameLst>
                                          <p:attrName>style.visibility</p:attrName>
                                        </p:attrNameLst>
                                      </p:cBhvr>
                                      <p:to>
                                        <p:strVal val="visible"/>
                                      </p:to>
                                    </p:set>
                                    <p:anim calcmode="lin" valueType="num">
                                      <p:cBhvr additive="base">
                                        <p:cTn dur="500"/>
                                        <p:tgtEl>
                                          <p:spTgt spid="38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0"/>
                                  </p:stCondLst>
                                  <p:childTnLst>
                                    <p:set>
                                      <p:cBhvr>
                                        <p:cTn dur="1" fill="hold">
                                          <p:stCondLst>
                                            <p:cond delay="0"/>
                                          </p:stCondLst>
                                        </p:cTn>
                                        <p:tgtEl>
                                          <p:spTgt spid="382"/>
                                        </p:tgtEl>
                                        <p:attrNameLst>
                                          <p:attrName>style.visibility</p:attrName>
                                        </p:attrNameLst>
                                      </p:cBhvr>
                                      <p:to>
                                        <p:strVal val="visible"/>
                                      </p:to>
                                    </p:set>
                                    <p:anim calcmode="lin" valueType="num">
                                      <p:cBhvr additive="base">
                                        <p:cTn dur="500"/>
                                        <p:tgtEl>
                                          <p:spTgt spid="38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383"/>
                                        </p:tgtEl>
                                        <p:attrNameLst>
                                          <p:attrName>style.visibility</p:attrName>
                                        </p:attrNameLst>
                                      </p:cBhvr>
                                      <p:to>
                                        <p:strVal val="visible"/>
                                      </p:to>
                                    </p:set>
                                    <p:anim calcmode="lin" valueType="num">
                                      <p:cBhvr additive="base">
                                        <p:cTn dur="500"/>
                                        <p:tgtEl>
                                          <p:spTgt spid="38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384"/>
                                        </p:tgtEl>
                                        <p:attrNameLst>
                                          <p:attrName>style.visibility</p:attrName>
                                        </p:attrNameLst>
                                      </p:cBhvr>
                                      <p:to>
                                        <p:strVal val="visible"/>
                                      </p:to>
                                    </p:set>
                                    <p:anim calcmode="lin" valueType="num">
                                      <p:cBhvr additive="base">
                                        <p:cTn dur="500"/>
                                        <p:tgtEl>
                                          <p:spTgt spid="38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385"/>
                                        </p:tgtEl>
                                        <p:attrNameLst>
                                          <p:attrName>style.visibility</p:attrName>
                                        </p:attrNameLst>
                                      </p:cBhvr>
                                      <p:to>
                                        <p:strVal val="visible"/>
                                      </p:to>
                                    </p:set>
                                    <p:anim calcmode="lin" valueType="num">
                                      <p:cBhvr additive="base">
                                        <p:cTn dur="500"/>
                                        <p:tgtEl>
                                          <p:spTgt spid="38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00"/>
                                  </p:stCondLst>
                                  <p:childTnLst>
                                    <p:set>
                                      <p:cBhvr>
                                        <p:cTn dur="1" fill="hold">
                                          <p:stCondLst>
                                            <p:cond delay="0"/>
                                          </p:stCondLst>
                                        </p:cTn>
                                        <p:tgtEl>
                                          <p:spTgt spid="386"/>
                                        </p:tgtEl>
                                        <p:attrNameLst>
                                          <p:attrName>style.visibility</p:attrName>
                                        </p:attrNameLst>
                                      </p:cBhvr>
                                      <p:to>
                                        <p:strVal val="visible"/>
                                      </p:to>
                                    </p:set>
                                    <p:anim calcmode="lin" valueType="num">
                                      <p:cBhvr additive="base">
                                        <p:cTn dur="500"/>
                                        <p:tgtEl>
                                          <p:spTgt spid="38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387"/>
                                        </p:tgtEl>
                                        <p:attrNameLst>
                                          <p:attrName>style.visibility</p:attrName>
                                        </p:attrNameLst>
                                      </p:cBhvr>
                                      <p:to>
                                        <p:strVal val="visible"/>
                                      </p:to>
                                    </p:set>
                                    <p:anim calcmode="lin" valueType="num">
                                      <p:cBhvr additive="base">
                                        <p:cTn dur="500"/>
                                        <p:tgtEl>
                                          <p:spTgt spid="38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388"/>
                                        </p:tgtEl>
                                        <p:attrNameLst>
                                          <p:attrName>style.visibility</p:attrName>
                                        </p:attrNameLst>
                                      </p:cBhvr>
                                      <p:to>
                                        <p:strVal val="visible"/>
                                      </p:to>
                                    </p:set>
                                    <p:anim calcmode="lin" valueType="num">
                                      <p:cBhvr additive="base">
                                        <p:cTn dur="500"/>
                                        <p:tgtEl>
                                          <p:spTgt spid="38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389"/>
                                        </p:tgtEl>
                                        <p:attrNameLst>
                                          <p:attrName>style.visibility</p:attrName>
                                        </p:attrNameLst>
                                      </p:cBhvr>
                                      <p:to>
                                        <p:strVal val="visible"/>
                                      </p:to>
                                    </p:set>
                                    <p:anim calcmode="lin" valueType="num">
                                      <p:cBhvr additive="base">
                                        <p:cTn dur="500"/>
                                        <p:tgtEl>
                                          <p:spTgt spid="38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00"/>
                                  </p:stCondLst>
                                  <p:childTnLst>
                                    <p:set>
                                      <p:cBhvr>
                                        <p:cTn dur="1" fill="hold">
                                          <p:stCondLst>
                                            <p:cond delay="0"/>
                                          </p:stCondLst>
                                        </p:cTn>
                                        <p:tgtEl>
                                          <p:spTgt spid="390"/>
                                        </p:tgtEl>
                                        <p:attrNameLst>
                                          <p:attrName>style.visibility</p:attrName>
                                        </p:attrNameLst>
                                      </p:cBhvr>
                                      <p:to>
                                        <p:strVal val="visible"/>
                                      </p:to>
                                    </p:set>
                                    <p:anim calcmode="lin" valueType="num">
                                      <p:cBhvr additive="base">
                                        <p:cTn dur="500"/>
                                        <p:tgtEl>
                                          <p:spTgt spid="39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391"/>
                                        </p:tgtEl>
                                        <p:attrNameLst>
                                          <p:attrName>style.visibility</p:attrName>
                                        </p:attrNameLst>
                                      </p:cBhvr>
                                      <p:to>
                                        <p:strVal val="visible"/>
                                      </p:to>
                                    </p:set>
                                    <p:anim calcmode="lin" valueType="num">
                                      <p:cBhvr additive="base">
                                        <p:cTn dur="500"/>
                                        <p:tgtEl>
                                          <p:spTgt spid="39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392"/>
                                        </p:tgtEl>
                                        <p:attrNameLst>
                                          <p:attrName>style.visibility</p:attrName>
                                        </p:attrNameLst>
                                      </p:cBhvr>
                                      <p:to>
                                        <p:strVal val="visible"/>
                                      </p:to>
                                    </p:set>
                                    <p:anim calcmode="lin" valueType="num">
                                      <p:cBhvr additive="base">
                                        <p:cTn dur="500"/>
                                        <p:tgtEl>
                                          <p:spTgt spid="3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393"/>
                                        </p:tgtEl>
                                        <p:attrNameLst>
                                          <p:attrName>style.visibility</p:attrName>
                                        </p:attrNameLst>
                                      </p:cBhvr>
                                      <p:to>
                                        <p:strVal val="visible"/>
                                      </p:to>
                                    </p:set>
                                    <p:anim calcmode="lin" valueType="num">
                                      <p:cBhvr additive="base">
                                        <p:cTn dur="500"/>
                                        <p:tgtEl>
                                          <p:spTgt spid="39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394"/>
                                        </p:tgtEl>
                                        <p:attrNameLst>
                                          <p:attrName>style.visibility</p:attrName>
                                        </p:attrNameLst>
                                      </p:cBhvr>
                                      <p:to>
                                        <p:strVal val="visible"/>
                                      </p:to>
                                    </p:set>
                                    <p:anim calcmode="lin" valueType="num">
                                      <p:cBhvr additive="base">
                                        <p:cTn dur="500"/>
                                        <p:tgtEl>
                                          <p:spTgt spid="39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395"/>
                                        </p:tgtEl>
                                        <p:attrNameLst>
                                          <p:attrName>style.visibility</p:attrName>
                                        </p:attrNameLst>
                                      </p:cBhvr>
                                      <p:to>
                                        <p:strVal val="visible"/>
                                      </p:to>
                                    </p:set>
                                    <p:anim calcmode="lin" valueType="num">
                                      <p:cBhvr additive="base">
                                        <p:cTn dur="500"/>
                                        <p:tgtEl>
                                          <p:spTgt spid="39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396"/>
                                        </p:tgtEl>
                                        <p:attrNameLst>
                                          <p:attrName>style.visibility</p:attrName>
                                        </p:attrNameLst>
                                      </p:cBhvr>
                                      <p:to>
                                        <p:strVal val="visible"/>
                                      </p:to>
                                    </p:set>
                                    <p:anim calcmode="lin" valueType="num">
                                      <p:cBhvr additive="base">
                                        <p:cTn dur="500"/>
                                        <p:tgtEl>
                                          <p:spTgt spid="39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397"/>
                                        </p:tgtEl>
                                        <p:attrNameLst>
                                          <p:attrName>style.visibility</p:attrName>
                                        </p:attrNameLst>
                                      </p:cBhvr>
                                      <p:to>
                                        <p:strVal val="visible"/>
                                      </p:to>
                                    </p:set>
                                    <p:anim calcmode="lin" valueType="num">
                                      <p:cBhvr additive="base">
                                        <p:cTn dur="500"/>
                                        <p:tgtEl>
                                          <p:spTgt spid="39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398"/>
                                        </p:tgtEl>
                                        <p:attrNameLst>
                                          <p:attrName>style.visibility</p:attrName>
                                        </p:attrNameLst>
                                      </p:cBhvr>
                                      <p:to>
                                        <p:strVal val="visible"/>
                                      </p:to>
                                    </p:set>
                                    <p:anim calcmode="lin" valueType="num">
                                      <p:cBhvr additive="base">
                                        <p:cTn dur="500"/>
                                        <p:tgtEl>
                                          <p:spTgt spid="39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399"/>
                                        </p:tgtEl>
                                        <p:attrNameLst>
                                          <p:attrName>style.visibility</p:attrName>
                                        </p:attrNameLst>
                                      </p:cBhvr>
                                      <p:to>
                                        <p:strVal val="visible"/>
                                      </p:to>
                                    </p:set>
                                    <p:anim calcmode="lin" valueType="num">
                                      <p:cBhvr additive="base">
                                        <p:cTn dur="500"/>
                                        <p:tgtEl>
                                          <p:spTgt spid="39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400"/>
                                        </p:tgtEl>
                                        <p:attrNameLst>
                                          <p:attrName>style.visibility</p:attrName>
                                        </p:attrNameLst>
                                      </p:cBhvr>
                                      <p:to>
                                        <p:strVal val="visible"/>
                                      </p:to>
                                    </p:set>
                                    <p:anim calcmode="lin" valueType="num">
                                      <p:cBhvr additive="base">
                                        <p:cTn dur="500"/>
                                        <p:tgtEl>
                                          <p:spTgt spid="40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401"/>
                                        </p:tgtEl>
                                        <p:attrNameLst>
                                          <p:attrName>style.visibility</p:attrName>
                                        </p:attrNameLst>
                                      </p:cBhvr>
                                      <p:to>
                                        <p:strVal val="visible"/>
                                      </p:to>
                                    </p:set>
                                    <p:anim calcmode="lin" valueType="num">
                                      <p:cBhvr additive="base">
                                        <p:cTn dur="500"/>
                                        <p:tgtEl>
                                          <p:spTgt spid="40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500"/>
                                        <p:tgtEl>
                                          <p:spTgt spid="40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403"/>
                                        </p:tgtEl>
                                        <p:attrNameLst>
                                          <p:attrName>style.visibility</p:attrName>
                                        </p:attrNameLst>
                                      </p:cBhvr>
                                      <p:to>
                                        <p:strVal val="visible"/>
                                      </p:to>
                                    </p:set>
                                    <p:anim calcmode="lin" valueType="num">
                                      <p:cBhvr additive="base">
                                        <p:cTn dur="500"/>
                                        <p:tgtEl>
                                          <p:spTgt spid="4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404"/>
                                        </p:tgtEl>
                                        <p:attrNameLst>
                                          <p:attrName>style.visibility</p:attrName>
                                        </p:attrNameLst>
                                      </p:cBhvr>
                                      <p:to>
                                        <p:strVal val="visible"/>
                                      </p:to>
                                    </p:set>
                                    <p:anim calcmode="lin" valueType="num">
                                      <p:cBhvr additive="base">
                                        <p:cTn dur="500"/>
                                        <p:tgtEl>
                                          <p:spTgt spid="40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405"/>
                                        </p:tgtEl>
                                        <p:attrNameLst>
                                          <p:attrName>style.visibility</p:attrName>
                                        </p:attrNameLst>
                                      </p:cBhvr>
                                      <p:to>
                                        <p:strVal val="visible"/>
                                      </p:to>
                                    </p:set>
                                    <p:anim calcmode="lin" valueType="num">
                                      <p:cBhvr additive="base">
                                        <p:cTn dur="500"/>
                                        <p:tgtEl>
                                          <p:spTgt spid="40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406"/>
                                        </p:tgtEl>
                                        <p:attrNameLst>
                                          <p:attrName>style.visibility</p:attrName>
                                        </p:attrNameLst>
                                      </p:cBhvr>
                                      <p:to>
                                        <p:strVal val="visible"/>
                                      </p:to>
                                    </p:set>
                                    <p:anim calcmode="lin" valueType="num">
                                      <p:cBhvr additive="base">
                                        <p:cTn dur="500"/>
                                        <p:tgtEl>
                                          <p:spTgt spid="40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407"/>
                                        </p:tgtEl>
                                        <p:attrNameLst>
                                          <p:attrName>style.visibility</p:attrName>
                                        </p:attrNameLst>
                                      </p:cBhvr>
                                      <p:to>
                                        <p:strVal val="visible"/>
                                      </p:to>
                                    </p:set>
                                    <p:anim calcmode="lin" valueType="num">
                                      <p:cBhvr additive="base">
                                        <p:cTn dur="500"/>
                                        <p:tgtEl>
                                          <p:spTgt spid="40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408"/>
                                        </p:tgtEl>
                                        <p:attrNameLst>
                                          <p:attrName>style.visibility</p:attrName>
                                        </p:attrNameLst>
                                      </p:cBhvr>
                                      <p:to>
                                        <p:strVal val="visible"/>
                                      </p:to>
                                    </p:set>
                                    <p:anim calcmode="lin" valueType="num">
                                      <p:cBhvr additive="base">
                                        <p:cTn dur="500"/>
                                        <p:tgtEl>
                                          <p:spTgt spid="4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409"/>
                                        </p:tgtEl>
                                        <p:attrNameLst>
                                          <p:attrName>style.visibility</p:attrName>
                                        </p:attrNameLst>
                                      </p:cBhvr>
                                      <p:to>
                                        <p:strVal val="visible"/>
                                      </p:to>
                                    </p:set>
                                    <p:anim calcmode="lin" valueType="num">
                                      <p:cBhvr additive="base">
                                        <p:cTn dur="500"/>
                                        <p:tgtEl>
                                          <p:spTgt spid="40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410"/>
                                        </p:tgtEl>
                                        <p:attrNameLst>
                                          <p:attrName>style.visibility</p:attrName>
                                        </p:attrNameLst>
                                      </p:cBhvr>
                                      <p:to>
                                        <p:strVal val="visible"/>
                                      </p:to>
                                    </p:set>
                                    <p:anim calcmode="lin" valueType="num">
                                      <p:cBhvr additive="base">
                                        <p:cTn dur="500"/>
                                        <p:tgtEl>
                                          <p:spTgt spid="41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411"/>
                                        </p:tgtEl>
                                        <p:attrNameLst>
                                          <p:attrName>style.visibility</p:attrName>
                                        </p:attrNameLst>
                                      </p:cBhvr>
                                      <p:to>
                                        <p:strVal val="visible"/>
                                      </p:to>
                                    </p:set>
                                    <p:anim calcmode="lin" valueType="num">
                                      <p:cBhvr additive="base">
                                        <p:cTn dur="500"/>
                                        <p:tgtEl>
                                          <p:spTgt spid="41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412"/>
                                        </p:tgtEl>
                                        <p:attrNameLst>
                                          <p:attrName>style.visibility</p:attrName>
                                        </p:attrNameLst>
                                      </p:cBhvr>
                                      <p:to>
                                        <p:strVal val="visible"/>
                                      </p:to>
                                    </p:set>
                                    <p:anim calcmode="lin" valueType="num">
                                      <p:cBhvr additive="base">
                                        <p:cTn dur="500"/>
                                        <p:tgtEl>
                                          <p:spTgt spid="41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413"/>
                                        </p:tgtEl>
                                        <p:attrNameLst>
                                          <p:attrName>style.visibility</p:attrName>
                                        </p:attrNameLst>
                                      </p:cBhvr>
                                      <p:to>
                                        <p:strVal val="visible"/>
                                      </p:to>
                                    </p:set>
                                    <p:anim calcmode="lin" valueType="num">
                                      <p:cBhvr additive="base">
                                        <p:cTn dur="500"/>
                                        <p:tgtEl>
                                          <p:spTgt spid="413"/>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1200"/>
                                  </p:stCondLst>
                                  <p:childTnLst>
                                    <p:set>
                                      <p:cBhvr>
                                        <p:cTn dur="1" fill="hold">
                                          <p:stCondLst>
                                            <p:cond delay="0"/>
                                          </p:stCondLst>
                                        </p:cTn>
                                        <p:tgtEl>
                                          <p:spTgt spid="414"/>
                                        </p:tgtEl>
                                        <p:attrNameLst>
                                          <p:attrName>style.visibility</p:attrName>
                                        </p:attrNameLst>
                                      </p:cBhvr>
                                      <p:to>
                                        <p:strVal val="visible"/>
                                      </p:to>
                                    </p:set>
                                    <p:animEffect filter="fade" transition="in">
                                      <p:cBhvr>
                                        <p:cTn dur="500"/>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13"/>
          <p:cNvSpPr txBox="1"/>
          <p:nvPr>
            <p:ph type="title"/>
          </p:nvPr>
        </p:nvSpPr>
        <p:spPr>
          <a:xfrm>
            <a:off x="548640" y="320040"/>
            <a:ext cx="11091672"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Challenges &amp; Open Questions</a:t>
            </a:r>
            <a:endParaRPr sz="3600"/>
          </a:p>
        </p:txBody>
      </p:sp>
      <p:sp>
        <p:nvSpPr>
          <p:cNvPr id="422" name="Google Shape;422;p13">
            <a:hlinkClick action="ppaction://hlinksldjump" r:id="rId3"/>
          </p:cNvPr>
          <p:cNvSpPr/>
          <p:nvPr/>
        </p:nvSpPr>
        <p:spPr>
          <a:xfrm>
            <a:off x="434340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4"/>
              </a:rPr>
              <a:t>1</a:t>
            </a:r>
            <a:endParaRPr b="0" i="0" sz="1000" u="none" cap="none" strike="noStrike">
              <a:solidFill>
                <a:schemeClr val="dk1"/>
              </a:solidFill>
              <a:latin typeface="Calibri"/>
              <a:ea typeface="Calibri"/>
              <a:cs typeface="Calibri"/>
              <a:sym typeface="Calibri"/>
            </a:endParaRPr>
          </a:p>
        </p:txBody>
      </p:sp>
      <p:sp>
        <p:nvSpPr>
          <p:cNvPr id="423" name="Google Shape;423;p13">
            <a:hlinkClick action="ppaction://hlinksldjump" r:id="rId5"/>
          </p:cNvPr>
          <p:cNvSpPr/>
          <p:nvPr/>
        </p:nvSpPr>
        <p:spPr>
          <a:xfrm>
            <a:off x="469087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6"/>
              </a:rPr>
              <a:t>2</a:t>
            </a:r>
            <a:endParaRPr b="0" i="0" sz="1000" u="none" cap="none" strike="noStrike">
              <a:solidFill>
                <a:schemeClr val="dk1"/>
              </a:solidFill>
              <a:latin typeface="Calibri"/>
              <a:ea typeface="Calibri"/>
              <a:cs typeface="Calibri"/>
              <a:sym typeface="Calibri"/>
            </a:endParaRPr>
          </a:p>
        </p:txBody>
      </p:sp>
      <p:sp>
        <p:nvSpPr>
          <p:cNvPr id="424" name="Google Shape;424;p13">
            <a:hlinkClick action="ppaction://hlinksldjump" r:id="rId7"/>
          </p:cNvPr>
          <p:cNvSpPr/>
          <p:nvPr/>
        </p:nvSpPr>
        <p:spPr>
          <a:xfrm>
            <a:off x="503834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8"/>
              </a:rPr>
              <a:t>3</a:t>
            </a:r>
            <a:endParaRPr b="0" i="0" sz="1000" u="none" cap="none" strike="noStrike">
              <a:solidFill>
                <a:schemeClr val="dk1"/>
              </a:solidFill>
              <a:latin typeface="Calibri"/>
              <a:ea typeface="Calibri"/>
              <a:cs typeface="Calibri"/>
              <a:sym typeface="Calibri"/>
            </a:endParaRPr>
          </a:p>
        </p:txBody>
      </p:sp>
      <p:sp>
        <p:nvSpPr>
          <p:cNvPr id="425" name="Google Shape;425;p13">
            <a:hlinkClick action="ppaction://hlinksldjump" r:id="rId9"/>
          </p:cNvPr>
          <p:cNvSpPr/>
          <p:nvPr/>
        </p:nvSpPr>
        <p:spPr>
          <a:xfrm>
            <a:off x="538581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0"/>
              </a:rPr>
              <a:t>4</a:t>
            </a:r>
            <a:endParaRPr b="0" i="0" sz="1000" u="none" cap="none" strike="noStrike">
              <a:solidFill>
                <a:schemeClr val="dk1"/>
              </a:solidFill>
              <a:latin typeface="Calibri"/>
              <a:ea typeface="Calibri"/>
              <a:cs typeface="Calibri"/>
              <a:sym typeface="Calibri"/>
            </a:endParaRPr>
          </a:p>
        </p:txBody>
      </p:sp>
      <p:sp>
        <p:nvSpPr>
          <p:cNvPr id="426" name="Google Shape;426;p13">
            <a:hlinkClick action="ppaction://hlinksldjump" r:id="rId11"/>
          </p:cNvPr>
          <p:cNvSpPr/>
          <p:nvPr/>
        </p:nvSpPr>
        <p:spPr>
          <a:xfrm>
            <a:off x="573328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2"/>
              </a:rPr>
              <a:t>5</a:t>
            </a:r>
            <a:endParaRPr b="0" i="0" sz="1000" u="none" cap="none" strike="noStrike">
              <a:solidFill>
                <a:schemeClr val="dk1"/>
              </a:solidFill>
              <a:latin typeface="Calibri"/>
              <a:ea typeface="Calibri"/>
              <a:cs typeface="Calibri"/>
              <a:sym typeface="Calibri"/>
            </a:endParaRPr>
          </a:p>
        </p:txBody>
      </p:sp>
      <p:sp>
        <p:nvSpPr>
          <p:cNvPr id="427" name="Google Shape;427;p13">
            <a:hlinkClick action="ppaction://hlinksldjump" r:id="rId13"/>
          </p:cNvPr>
          <p:cNvSpPr/>
          <p:nvPr/>
        </p:nvSpPr>
        <p:spPr>
          <a:xfrm>
            <a:off x="608076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4"/>
              </a:rPr>
              <a:t>6</a:t>
            </a:r>
            <a:endParaRPr b="0" i="0" sz="1000" u="none" cap="none" strike="noStrike">
              <a:solidFill>
                <a:schemeClr val="dk1"/>
              </a:solidFill>
              <a:latin typeface="Calibri"/>
              <a:ea typeface="Calibri"/>
              <a:cs typeface="Calibri"/>
              <a:sym typeface="Calibri"/>
            </a:endParaRPr>
          </a:p>
        </p:txBody>
      </p:sp>
      <p:sp>
        <p:nvSpPr>
          <p:cNvPr id="428" name="Google Shape;428;p13">
            <a:hlinkClick action="ppaction://hlinksldjump" r:id="rId15"/>
          </p:cNvPr>
          <p:cNvSpPr/>
          <p:nvPr/>
        </p:nvSpPr>
        <p:spPr>
          <a:xfrm>
            <a:off x="642823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6"/>
              </a:rPr>
              <a:t>7</a:t>
            </a:r>
            <a:endParaRPr b="0" i="0" sz="1000" u="none" cap="none" strike="noStrike">
              <a:solidFill>
                <a:schemeClr val="dk1"/>
              </a:solidFill>
              <a:latin typeface="Calibri"/>
              <a:ea typeface="Calibri"/>
              <a:cs typeface="Calibri"/>
              <a:sym typeface="Calibri"/>
            </a:endParaRPr>
          </a:p>
        </p:txBody>
      </p:sp>
      <p:sp>
        <p:nvSpPr>
          <p:cNvPr id="429" name="Google Shape;429;p13">
            <a:hlinkClick action="ppaction://hlinksldjump" r:id="rId17"/>
          </p:cNvPr>
          <p:cNvSpPr/>
          <p:nvPr/>
        </p:nvSpPr>
        <p:spPr>
          <a:xfrm>
            <a:off x="677570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8"/>
              </a:rPr>
              <a:t>8</a:t>
            </a:r>
            <a:endParaRPr b="0" i="0" sz="1000" u="none" cap="none" strike="noStrike">
              <a:solidFill>
                <a:schemeClr val="dk1"/>
              </a:solidFill>
              <a:latin typeface="Calibri"/>
              <a:ea typeface="Calibri"/>
              <a:cs typeface="Calibri"/>
              <a:sym typeface="Calibri"/>
            </a:endParaRPr>
          </a:p>
        </p:txBody>
      </p:sp>
      <p:sp>
        <p:nvSpPr>
          <p:cNvPr id="430" name="Google Shape;430;p13">
            <a:hlinkClick action="ppaction://hlinksldjump" r:id="rId19"/>
          </p:cNvPr>
          <p:cNvSpPr/>
          <p:nvPr/>
        </p:nvSpPr>
        <p:spPr>
          <a:xfrm>
            <a:off x="7123176" y="6419088"/>
            <a:ext cx="274320" cy="27432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0"/>
              </a:rPr>
              <a:t>9</a:t>
            </a:r>
            <a:endParaRPr b="0" i="0" sz="1000" u="none" cap="none" strike="noStrike">
              <a:solidFill>
                <a:schemeClr val="dk1"/>
              </a:solidFill>
              <a:latin typeface="Calibri"/>
              <a:ea typeface="Calibri"/>
              <a:cs typeface="Calibri"/>
              <a:sym typeface="Calibri"/>
            </a:endParaRPr>
          </a:p>
        </p:txBody>
      </p:sp>
      <p:sp>
        <p:nvSpPr>
          <p:cNvPr id="431" name="Google Shape;431;p13">
            <a:hlinkClick action="ppaction://hlinksldjump" r:id="rId21"/>
          </p:cNvPr>
          <p:cNvSpPr/>
          <p:nvPr/>
        </p:nvSpPr>
        <p:spPr>
          <a:xfrm>
            <a:off x="747064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2"/>
              </a:rPr>
              <a:t>10</a:t>
            </a:r>
            <a:endParaRPr b="0" i="0" sz="1000" u="none" cap="none" strike="noStrike">
              <a:solidFill>
                <a:schemeClr val="dk1"/>
              </a:solidFill>
              <a:latin typeface="Calibri"/>
              <a:ea typeface="Calibri"/>
              <a:cs typeface="Calibri"/>
              <a:sym typeface="Calibri"/>
            </a:endParaRPr>
          </a:p>
        </p:txBody>
      </p:sp>
      <p:sp>
        <p:nvSpPr>
          <p:cNvPr id="432" name="Google Shape;432;p13"/>
          <p:cNvSpPr/>
          <p:nvPr/>
        </p:nvSpPr>
        <p:spPr>
          <a:xfrm>
            <a:off x="548640" y="1371600"/>
            <a:ext cx="3566160" cy="2057400"/>
          </a:xfrm>
          <a:prstGeom prst="roundRect">
            <a:avLst>
              <a:gd fmla="val 6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3"/>
          <p:cNvSpPr/>
          <p:nvPr/>
        </p:nvSpPr>
        <p:spPr>
          <a:xfrm>
            <a:off x="777240" y="1572768"/>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anguage icon" id="434" name="Google Shape;434;p13"/>
          <p:cNvPicPr preferRelativeResize="0"/>
          <p:nvPr/>
        </p:nvPicPr>
        <p:blipFill rotWithShape="1">
          <a:blip r:embed="rId23">
            <a:alphaModFix/>
          </a:blip>
          <a:srcRect b="0" l="0" r="0" t="0"/>
          <a:stretch/>
        </p:blipFill>
        <p:spPr>
          <a:xfrm>
            <a:off x="902970" y="1698498"/>
            <a:ext cx="251460" cy="251460"/>
          </a:xfrm>
          <a:prstGeom prst="rect">
            <a:avLst/>
          </a:prstGeom>
          <a:noFill/>
          <a:ln>
            <a:noFill/>
          </a:ln>
        </p:spPr>
      </p:pic>
      <p:sp>
        <p:nvSpPr>
          <p:cNvPr id="435" name="Google Shape;435;p13"/>
          <p:cNvSpPr txBox="1"/>
          <p:nvPr/>
        </p:nvSpPr>
        <p:spPr>
          <a:xfrm>
            <a:off x="1417320" y="1600200"/>
            <a:ext cx="2606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Code-mixed accuracy</a:t>
            </a:r>
            <a:endParaRPr b="0" i="0" sz="1700" u="none" cap="none" strike="noStrike">
              <a:solidFill>
                <a:schemeClr val="dk1"/>
              </a:solidFill>
              <a:latin typeface="Calibri"/>
              <a:ea typeface="Calibri"/>
              <a:cs typeface="Calibri"/>
              <a:sym typeface="Calibri"/>
            </a:endParaRPr>
          </a:p>
        </p:txBody>
      </p:sp>
      <p:sp>
        <p:nvSpPr>
          <p:cNvPr id="436" name="Google Shape;436;p13"/>
          <p:cNvSpPr txBox="1"/>
          <p:nvPr/>
        </p:nvSpPr>
        <p:spPr>
          <a:xfrm>
            <a:off x="777240" y="2286000"/>
            <a:ext cx="31089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Language switches mid-sentence and Hindi has many Roman spellings. Even top systems miss about 1 in 8 words.</a:t>
            </a:r>
            <a:endParaRPr b="0" i="0" sz="1400" u="none" cap="none" strike="noStrike">
              <a:solidFill>
                <a:schemeClr val="dk1"/>
              </a:solidFill>
              <a:latin typeface="Calibri"/>
              <a:ea typeface="Calibri"/>
              <a:cs typeface="Calibri"/>
              <a:sym typeface="Calibri"/>
            </a:endParaRPr>
          </a:p>
        </p:txBody>
      </p:sp>
      <p:sp>
        <p:nvSpPr>
          <p:cNvPr id="437" name="Google Shape;437;p13"/>
          <p:cNvSpPr/>
          <p:nvPr/>
        </p:nvSpPr>
        <p:spPr>
          <a:xfrm>
            <a:off x="4311396" y="1371600"/>
            <a:ext cx="3566160" cy="2057400"/>
          </a:xfrm>
          <a:prstGeom prst="roundRect">
            <a:avLst>
              <a:gd fmla="val 6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3"/>
          <p:cNvSpPr/>
          <p:nvPr/>
        </p:nvSpPr>
        <p:spPr>
          <a:xfrm>
            <a:off x="4539996" y="1572768"/>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VolumeUp icon" id="439" name="Google Shape;439;p13"/>
          <p:cNvPicPr preferRelativeResize="0"/>
          <p:nvPr/>
        </p:nvPicPr>
        <p:blipFill rotWithShape="1">
          <a:blip r:embed="rId24">
            <a:alphaModFix/>
          </a:blip>
          <a:srcRect b="0" l="0" r="0" t="0"/>
          <a:stretch/>
        </p:blipFill>
        <p:spPr>
          <a:xfrm>
            <a:off x="4665726" y="1698498"/>
            <a:ext cx="251460" cy="251460"/>
          </a:xfrm>
          <a:prstGeom prst="rect">
            <a:avLst/>
          </a:prstGeom>
          <a:noFill/>
          <a:ln>
            <a:noFill/>
          </a:ln>
        </p:spPr>
      </p:pic>
      <p:sp>
        <p:nvSpPr>
          <p:cNvPr id="440" name="Google Shape;440;p13"/>
          <p:cNvSpPr txBox="1"/>
          <p:nvPr/>
        </p:nvSpPr>
        <p:spPr>
          <a:xfrm>
            <a:off x="5180076" y="1600200"/>
            <a:ext cx="2606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Noisy classroom audio</a:t>
            </a:r>
            <a:endParaRPr b="0" i="0" sz="1700" u="none" cap="none" strike="noStrike">
              <a:solidFill>
                <a:schemeClr val="dk1"/>
              </a:solidFill>
              <a:latin typeface="Calibri"/>
              <a:ea typeface="Calibri"/>
              <a:cs typeface="Calibri"/>
              <a:sym typeface="Calibri"/>
            </a:endParaRPr>
          </a:p>
        </p:txBody>
      </p:sp>
      <p:sp>
        <p:nvSpPr>
          <p:cNvPr id="441" name="Google Shape;441;p13"/>
          <p:cNvSpPr txBox="1"/>
          <p:nvPr/>
        </p:nvSpPr>
        <p:spPr>
          <a:xfrm>
            <a:off x="4539996" y="2286000"/>
            <a:ext cx="31089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Far-away phone, fans, chatter, spoken formulas. Whisper-type models can invent text in silence, so add voice activity detection.</a:t>
            </a:r>
            <a:endParaRPr b="0" i="0" sz="1400" u="none" cap="none" strike="noStrike">
              <a:solidFill>
                <a:schemeClr val="dk1"/>
              </a:solidFill>
              <a:latin typeface="Calibri"/>
              <a:ea typeface="Calibri"/>
              <a:cs typeface="Calibri"/>
              <a:sym typeface="Calibri"/>
            </a:endParaRPr>
          </a:p>
        </p:txBody>
      </p:sp>
      <p:sp>
        <p:nvSpPr>
          <p:cNvPr id="442" name="Google Shape;442;p13"/>
          <p:cNvSpPr/>
          <p:nvPr/>
        </p:nvSpPr>
        <p:spPr>
          <a:xfrm>
            <a:off x="8074152" y="1371600"/>
            <a:ext cx="3566160" cy="2057400"/>
          </a:xfrm>
          <a:prstGeom prst="roundRect">
            <a:avLst>
              <a:gd fmla="val 6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3"/>
          <p:cNvSpPr/>
          <p:nvPr/>
        </p:nvSpPr>
        <p:spPr>
          <a:xfrm>
            <a:off x="8302752" y="1572768"/>
            <a:ext cx="502920" cy="50292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con" id="444" name="Google Shape;444;p13"/>
          <p:cNvPicPr preferRelativeResize="0"/>
          <p:nvPr/>
        </p:nvPicPr>
        <p:blipFill rotWithShape="1">
          <a:blip r:embed="rId25">
            <a:alphaModFix/>
          </a:blip>
          <a:srcRect b="0" l="0" r="0" t="0"/>
          <a:stretch/>
        </p:blipFill>
        <p:spPr>
          <a:xfrm>
            <a:off x="8428482" y="1698498"/>
            <a:ext cx="251460" cy="251460"/>
          </a:xfrm>
          <a:prstGeom prst="rect">
            <a:avLst/>
          </a:prstGeom>
          <a:noFill/>
          <a:ln>
            <a:noFill/>
          </a:ln>
        </p:spPr>
      </p:pic>
      <p:sp>
        <p:nvSpPr>
          <p:cNvPr id="445" name="Google Shape;445;p13"/>
          <p:cNvSpPr txBox="1"/>
          <p:nvPr/>
        </p:nvSpPr>
        <p:spPr>
          <a:xfrm>
            <a:off x="8942832" y="1600200"/>
            <a:ext cx="2606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Data availability</a:t>
            </a:r>
            <a:endParaRPr b="0" i="0" sz="1700" u="none" cap="none" strike="noStrike">
              <a:solidFill>
                <a:schemeClr val="dk1"/>
              </a:solidFill>
              <a:latin typeface="Calibri"/>
              <a:ea typeface="Calibri"/>
              <a:cs typeface="Calibri"/>
              <a:sym typeface="Calibri"/>
            </a:endParaRPr>
          </a:p>
        </p:txBody>
      </p:sp>
      <p:sp>
        <p:nvSpPr>
          <p:cNvPr id="446" name="Google Shape;446;p13"/>
          <p:cNvSpPr txBox="1"/>
          <p:nvPr/>
        </p:nvSpPr>
        <p:spPr>
          <a:xfrm>
            <a:off x="8302752" y="2286000"/>
            <a:ext cx="31089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Few public Hinglish lecture datasets (MUCS is ~90 hours). Labelling takes long and needs permission.</a:t>
            </a:r>
            <a:endParaRPr b="0" i="0" sz="1400" u="none" cap="none" strike="noStrike">
              <a:solidFill>
                <a:schemeClr val="dk1"/>
              </a:solidFill>
              <a:latin typeface="Calibri"/>
              <a:ea typeface="Calibri"/>
              <a:cs typeface="Calibri"/>
              <a:sym typeface="Calibri"/>
            </a:endParaRPr>
          </a:p>
        </p:txBody>
      </p:sp>
      <p:sp>
        <p:nvSpPr>
          <p:cNvPr id="447" name="Google Shape;447;p13"/>
          <p:cNvSpPr/>
          <p:nvPr/>
        </p:nvSpPr>
        <p:spPr>
          <a:xfrm>
            <a:off x="548640" y="3566160"/>
            <a:ext cx="3566160" cy="2057400"/>
          </a:xfrm>
          <a:prstGeom prst="roundRect">
            <a:avLst>
              <a:gd fmla="val 6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3"/>
          <p:cNvSpPr/>
          <p:nvPr/>
        </p:nvSpPr>
        <p:spPr>
          <a:xfrm>
            <a:off x="777240" y="3767328"/>
            <a:ext cx="502920" cy="50292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xclamationTriangle icon" id="449" name="Google Shape;449;p13"/>
          <p:cNvPicPr preferRelativeResize="0"/>
          <p:nvPr/>
        </p:nvPicPr>
        <p:blipFill rotWithShape="1">
          <a:blip r:embed="rId26">
            <a:alphaModFix/>
          </a:blip>
          <a:srcRect b="0" l="0" r="0" t="0"/>
          <a:stretch/>
        </p:blipFill>
        <p:spPr>
          <a:xfrm>
            <a:off x="902970" y="3893058"/>
            <a:ext cx="251460" cy="251460"/>
          </a:xfrm>
          <a:prstGeom prst="rect">
            <a:avLst/>
          </a:prstGeom>
          <a:noFill/>
          <a:ln>
            <a:noFill/>
          </a:ln>
        </p:spPr>
      </p:pic>
      <p:sp>
        <p:nvSpPr>
          <p:cNvPr id="450" name="Google Shape;450;p13"/>
          <p:cNvSpPr txBox="1"/>
          <p:nvPr/>
        </p:nvSpPr>
        <p:spPr>
          <a:xfrm>
            <a:off x="1417320" y="3794760"/>
            <a:ext cx="2606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Made-up notes</a:t>
            </a:r>
            <a:endParaRPr b="0" i="0" sz="1700" u="none" cap="none" strike="noStrike">
              <a:solidFill>
                <a:schemeClr val="dk1"/>
              </a:solidFill>
              <a:latin typeface="Calibri"/>
              <a:ea typeface="Calibri"/>
              <a:cs typeface="Calibri"/>
              <a:sym typeface="Calibri"/>
            </a:endParaRPr>
          </a:p>
        </p:txBody>
      </p:sp>
      <p:sp>
        <p:nvSpPr>
          <p:cNvPr id="451" name="Google Shape;451;p13"/>
          <p:cNvSpPr txBox="1"/>
          <p:nvPr/>
        </p:nvSpPr>
        <p:spPr>
          <a:xfrm>
            <a:off x="777240" y="4480560"/>
            <a:ext cx="31089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An LLM may add things the teacher never said. Idea: link every note line to its audio and test with quiz questions.</a:t>
            </a:r>
            <a:endParaRPr b="0" i="0" sz="1400" u="none" cap="none" strike="noStrike">
              <a:solidFill>
                <a:schemeClr val="dk1"/>
              </a:solidFill>
              <a:latin typeface="Calibri"/>
              <a:ea typeface="Calibri"/>
              <a:cs typeface="Calibri"/>
              <a:sym typeface="Calibri"/>
            </a:endParaRPr>
          </a:p>
        </p:txBody>
      </p:sp>
      <p:sp>
        <p:nvSpPr>
          <p:cNvPr id="452" name="Google Shape;452;p13"/>
          <p:cNvSpPr/>
          <p:nvPr/>
        </p:nvSpPr>
        <p:spPr>
          <a:xfrm>
            <a:off x="4311396" y="3566160"/>
            <a:ext cx="3566160" cy="2057400"/>
          </a:xfrm>
          <a:prstGeom prst="roundRect">
            <a:avLst>
              <a:gd fmla="val 6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3"/>
          <p:cNvSpPr/>
          <p:nvPr/>
        </p:nvSpPr>
        <p:spPr>
          <a:xfrm>
            <a:off x="4539996" y="3767328"/>
            <a:ext cx="502920" cy="50292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UserShield icon" id="454" name="Google Shape;454;p13"/>
          <p:cNvPicPr preferRelativeResize="0"/>
          <p:nvPr/>
        </p:nvPicPr>
        <p:blipFill rotWithShape="1">
          <a:blip r:embed="rId27">
            <a:alphaModFix/>
          </a:blip>
          <a:srcRect b="0" l="0" r="0" t="0"/>
          <a:stretch/>
        </p:blipFill>
        <p:spPr>
          <a:xfrm>
            <a:off x="4665726" y="3893058"/>
            <a:ext cx="251460" cy="251460"/>
          </a:xfrm>
          <a:prstGeom prst="rect">
            <a:avLst/>
          </a:prstGeom>
          <a:noFill/>
          <a:ln>
            <a:noFill/>
          </a:ln>
        </p:spPr>
      </p:pic>
      <p:sp>
        <p:nvSpPr>
          <p:cNvPr id="455" name="Google Shape;455;p13"/>
          <p:cNvSpPr txBox="1"/>
          <p:nvPr/>
        </p:nvSpPr>
        <p:spPr>
          <a:xfrm>
            <a:off x="5180076" y="3794760"/>
            <a:ext cx="2606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Privacy, consent and cost</a:t>
            </a:r>
            <a:endParaRPr b="0" i="0" sz="1700" u="none" cap="none" strike="noStrike">
              <a:solidFill>
                <a:schemeClr val="dk1"/>
              </a:solidFill>
              <a:latin typeface="Calibri"/>
              <a:ea typeface="Calibri"/>
              <a:cs typeface="Calibri"/>
              <a:sym typeface="Calibri"/>
            </a:endParaRPr>
          </a:p>
        </p:txBody>
      </p:sp>
      <p:sp>
        <p:nvSpPr>
          <p:cNvPr id="456" name="Google Shape;456;p13"/>
          <p:cNvSpPr txBox="1"/>
          <p:nvPr/>
        </p:nvSpPr>
        <p:spPr>
          <a:xfrm>
            <a:off x="4539996" y="4480560"/>
            <a:ext cx="31089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Voices are personal data (India's DPDP Act, 2023). Needs consent and delete options, plus GPU or API cost.</a:t>
            </a:r>
            <a:endParaRPr b="0" i="0" sz="1400" u="none" cap="none" strike="noStrike">
              <a:solidFill>
                <a:schemeClr val="dk1"/>
              </a:solidFill>
              <a:latin typeface="Calibri"/>
              <a:ea typeface="Calibri"/>
              <a:cs typeface="Calibri"/>
              <a:sym typeface="Calibri"/>
            </a:endParaRPr>
          </a:p>
        </p:txBody>
      </p:sp>
      <p:sp>
        <p:nvSpPr>
          <p:cNvPr id="457" name="Google Shape;457;p13"/>
          <p:cNvSpPr/>
          <p:nvPr/>
        </p:nvSpPr>
        <p:spPr>
          <a:xfrm>
            <a:off x="8074152" y="3566160"/>
            <a:ext cx="3566160" cy="2057400"/>
          </a:xfrm>
          <a:prstGeom prst="roundRect">
            <a:avLst>
              <a:gd fmla="val 6222"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3"/>
          <p:cNvSpPr/>
          <p:nvPr/>
        </p:nvSpPr>
        <p:spPr>
          <a:xfrm>
            <a:off x="8302752" y="3767328"/>
            <a:ext cx="502920" cy="50292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EyeSlash icon" id="459" name="Google Shape;459;p13"/>
          <p:cNvPicPr preferRelativeResize="0"/>
          <p:nvPr/>
        </p:nvPicPr>
        <p:blipFill rotWithShape="1">
          <a:blip r:embed="rId28">
            <a:alphaModFix/>
          </a:blip>
          <a:srcRect b="0" l="0" r="0" t="0"/>
          <a:stretch/>
        </p:blipFill>
        <p:spPr>
          <a:xfrm>
            <a:off x="8428482" y="3893058"/>
            <a:ext cx="251460" cy="251460"/>
          </a:xfrm>
          <a:prstGeom prst="rect">
            <a:avLst/>
          </a:prstGeom>
          <a:noFill/>
          <a:ln>
            <a:noFill/>
          </a:ln>
        </p:spPr>
      </p:pic>
      <p:sp>
        <p:nvSpPr>
          <p:cNvPr id="460" name="Google Shape;460;p13"/>
          <p:cNvSpPr txBox="1"/>
          <p:nvPr/>
        </p:nvSpPr>
        <p:spPr>
          <a:xfrm>
            <a:off x="8942832" y="3794760"/>
            <a:ext cx="26060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700"/>
              <a:buFont typeface="Calibri"/>
              <a:buNone/>
            </a:pPr>
            <a:r>
              <a:rPr b="1" i="0" lang="en-US" sz="1700" u="none" cap="none" strike="noStrike">
                <a:solidFill>
                  <a:schemeClr val="dk1"/>
                </a:solidFill>
                <a:latin typeface="Calibri"/>
                <a:ea typeface="Calibri"/>
                <a:cs typeface="Calibri"/>
                <a:sym typeface="Calibri"/>
              </a:rPr>
              <a:t>Will students tune out?</a:t>
            </a:r>
            <a:endParaRPr b="0" i="0" sz="1700" u="none" cap="none" strike="noStrike">
              <a:solidFill>
                <a:schemeClr val="dk1"/>
              </a:solidFill>
              <a:latin typeface="Calibri"/>
              <a:ea typeface="Calibri"/>
              <a:cs typeface="Calibri"/>
              <a:sym typeface="Calibri"/>
            </a:endParaRPr>
          </a:p>
        </p:txBody>
      </p:sp>
      <p:sp>
        <p:nvSpPr>
          <p:cNvPr id="461" name="Google Shape;461;p13"/>
          <p:cNvSpPr txBox="1"/>
          <p:nvPr/>
        </p:nvSpPr>
        <p:spPr>
          <a:xfrm>
            <a:off x="8302752" y="4480560"/>
            <a:ext cx="310896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400"/>
              <a:buFont typeface="Calibri"/>
              <a:buNone/>
            </a:pPr>
            <a:r>
              <a:rPr b="0" i="0" lang="en-US" sz="1400" u="none" cap="none" strike="noStrike">
                <a:solidFill>
                  <a:schemeClr val="dk1"/>
                </a:solidFill>
                <a:latin typeface="Calibri"/>
                <a:ea typeface="Calibri"/>
                <a:cs typeface="Calibri"/>
                <a:sym typeface="Calibri"/>
              </a:rPr>
              <a:t>If notes are automatic, some may switch off in class. Maybe add quick recall questions after the lecture.</a:t>
            </a:r>
            <a:endParaRPr b="0" i="0" sz="1400" u="none" cap="none" strike="noStrike">
              <a:solidFill>
                <a:schemeClr val="dk1"/>
              </a:solidFill>
              <a:latin typeface="Calibri"/>
              <a:ea typeface="Calibri"/>
              <a:cs typeface="Calibri"/>
              <a:sym typeface="Calibri"/>
            </a:endParaRPr>
          </a:p>
        </p:txBody>
      </p:sp>
      <p:sp>
        <p:nvSpPr>
          <p:cNvPr id="462" name="Google Shape;462;p13"/>
          <p:cNvSpPr txBox="1"/>
          <p:nvPr>
            <p:ph idx="4294967295" type="sldNum"/>
          </p:nvPr>
        </p:nvSpPr>
        <p:spPr>
          <a:xfrm>
            <a:off x="11155680" y="6419088"/>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432"/>
                                        </p:tgtEl>
                                        <p:attrNameLst>
                                          <p:attrName>style.visibility</p:attrName>
                                        </p:attrNameLst>
                                      </p:cBhvr>
                                      <p:to>
                                        <p:strVal val="visible"/>
                                      </p:to>
                                    </p:set>
                                    <p:anim calcmode="lin" valueType="num">
                                      <p:cBhvr additive="base">
                                        <p:cTn dur="500"/>
                                        <p:tgtEl>
                                          <p:spTgt spid="43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33"/>
                                        </p:tgtEl>
                                        <p:attrNameLst>
                                          <p:attrName>style.visibility</p:attrName>
                                        </p:attrNameLst>
                                      </p:cBhvr>
                                      <p:to>
                                        <p:strVal val="visible"/>
                                      </p:to>
                                    </p:set>
                                    <p:anim calcmode="lin" valueType="num">
                                      <p:cBhvr additive="base">
                                        <p:cTn dur="500"/>
                                        <p:tgtEl>
                                          <p:spTgt spid="43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34"/>
                                        </p:tgtEl>
                                        <p:attrNameLst>
                                          <p:attrName>style.visibility</p:attrName>
                                        </p:attrNameLst>
                                      </p:cBhvr>
                                      <p:to>
                                        <p:strVal val="visible"/>
                                      </p:to>
                                    </p:set>
                                    <p:anim calcmode="lin" valueType="num">
                                      <p:cBhvr additive="base">
                                        <p:cTn dur="500"/>
                                        <p:tgtEl>
                                          <p:spTgt spid="43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35"/>
                                        </p:tgtEl>
                                        <p:attrNameLst>
                                          <p:attrName>style.visibility</p:attrName>
                                        </p:attrNameLst>
                                      </p:cBhvr>
                                      <p:to>
                                        <p:strVal val="visible"/>
                                      </p:to>
                                    </p:set>
                                    <p:anim calcmode="lin" valueType="num">
                                      <p:cBhvr additive="base">
                                        <p:cTn dur="500"/>
                                        <p:tgtEl>
                                          <p:spTgt spid="43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36"/>
                                        </p:tgtEl>
                                        <p:attrNameLst>
                                          <p:attrName>style.visibility</p:attrName>
                                        </p:attrNameLst>
                                      </p:cBhvr>
                                      <p:to>
                                        <p:strVal val="visible"/>
                                      </p:to>
                                    </p:set>
                                    <p:anim calcmode="lin" valueType="num">
                                      <p:cBhvr additive="base">
                                        <p:cTn dur="500"/>
                                        <p:tgtEl>
                                          <p:spTgt spid="43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60"/>
                                  </p:stCondLst>
                                  <p:childTnLst>
                                    <p:set>
                                      <p:cBhvr>
                                        <p:cTn dur="1" fill="hold">
                                          <p:stCondLst>
                                            <p:cond delay="0"/>
                                          </p:stCondLst>
                                        </p:cTn>
                                        <p:tgtEl>
                                          <p:spTgt spid="437"/>
                                        </p:tgtEl>
                                        <p:attrNameLst>
                                          <p:attrName>style.visibility</p:attrName>
                                        </p:attrNameLst>
                                      </p:cBhvr>
                                      <p:to>
                                        <p:strVal val="visible"/>
                                      </p:to>
                                    </p:set>
                                    <p:anim calcmode="lin" valueType="num">
                                      <p:cBhvr additive="base">
                                        <p:cTn dur="500"/>
                                        <p:tgtEl>
                                          <p:spTgt spid="43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60"/>
                                  </p:stCondLst>
                                  <p:childTnLst>
                                    <p:set>
                                      <p:cBhvr>
                                        <p:cTn dur="1" fill="hold">
                                          <p:stCondLst>
                                            <p:cond delay="0"/>
                                          </p:stCondLst>
                                        </p:cTn>
                                        <p:tgtEl>
                                          <p:spTgt spid="438"/>
                                        </p:tgtEl>
                                        <p:attrNameLst>
                                          <p:attrName>style.visibility</p:attrName>
                                        </p:attrNameLst>
                                      </p:cBhvr>
                                      <p:to>
                                        <p:strVal val="visible"/>
                                      </p:to>
                                    </p:set>
                                    <p:anim calcmode="lin" valueType="num">
                                      <p:cBhvr additive="base">
                                        <p:cTn dur="500"/>
                                        <p:tgtEl>
                                          <p:spTgt spid="43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60"/>
                                  </p:stCondLst>
                                  <p:childTnLst>
                                    <p:set>
                                      <p:cBhvr>
                                        <p:cTn dur="1" fill="hold">
                                          <p:stCondLst>
                                            <p:cond delay="0"/>
                                          </p:stCondLst>
                                        </p:cTn>
                                        <p:tgtEl>
                                          <p:spTgt spid="439"/>
                                        </p:tgtEl>
                                        <p:attrNameLst>
                                          <p:attrName>style.visibility</p:attrName>
                                        </p:attrNameLst>
                                      </p:cBhvr>
                                      <p:to>
                                        <p:strVal val="visible"/>
                                      </p:to>
                                    </p:set>
                                    <p:anim calcmode="lin" valueType="num">
                                      <p:cBhvr additive="base">
                                        <p:cTn dur="500"/>
                                        <p:tgtEl>
                                          <p:spTgt spid="43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60"/>
                                  </p:stCondLst>
                                  <p:childTnLst>
                                    <p:set>
                                      <p:cBhvr>
                                        <p:cTn dur="1" fill="hold">
                                          <p:stCondLst>
                                            <p:cond delay="0"/>
                                          </p:stCondLst>
                                        </p:cTn>
                                        <p:tgtEl>
                                          <p:spTgt spid="440"/>
                                        </p:tgtEl>
                                        <p:attrNameLst>
                                          <p:attrName>style.visibility</p:attrName>
                                        </p:attrNameLst>
                                      </p:cBhvr>
                                      <p:to>
                                        <p:strVal val="visible"/>
                                      </p:to>
                                    </p:set>
                                    <p:anim calcmode="lin" valueType="num">
                                      <p:cBhvr additive="base">
                                        <p:cTn dur="500"/>
                                        <p:tgtEl>
                                          <p:spTgt spid="44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60"/>
                                  </p:stCondLst>
                                  <p:childTnLst>
                                    <p:set>
                                      <p:cBhvr>
                                        <p:cTn dur="1" fill="hold">
                                          <p:stCondLst>
                                            <p:cond delay="0"/>
                                          </p:stCondLst>
                                        </p:cTn>
                                        <p:tgtEl>
                                          <p:spTgt spid="441"/>
                                        </p:tgtEl>
                                        <p:attrNameLst>
                                          <p:attrName>style.visibility</p:attrName>
                                        </p:attrNameLst>
                                      </p:cBhvr>
                                      <p:to>
                                        <p:strVal val="visible"/>
                                      </p:to>
                                    </p:set>
                                    <p:anim calcmode="lin" valueType="num">
                                      <p:cBhvr additive="base">
                                        <p:cTn dur="500"/>
                                        <p:tgtEl>
                                          <p:spTgt spid="44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20"/>
                                  </p:stCondLst>
                                  <p:childTnLst>
                                    <p:set>
                                      <p:cBhvr>
                                        <p:cTn dur="1" fill="hold">
                                          <p:stCondLst>
                                            <p:cond delay="0"/>
                                          </p:stCondLst>
                                        </p:cTn>
                                        <p:tgtEl>
                                          <p:spTgt spid="442"/>
                                        </p:tgtEl>
                                        <p:attrNameLst>
                                          <p:attrName>style.visibility</p:attrName>
                                        </p:attrNameLst>
                                      </p:cBhvr>
                                      <p:to>
                                        <p:strVal val="visible"/>
                                      </p:to>
                                    </p:set>
                                    <p:anim calcmode="lin" valueType="num">
                                      <p:cBhvr additive="base">
                                        <p:cTn dur="500"/>
                                        <p:tgtEl>
                                          <p:spTgt spid="44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20"/>
                                  </p:stCondLst>
                                  <p:childTnLst>
                                    <p:set>
                                      <p:cBhvr>
                                        <p:cTn dur="1" fill="hold">
                                          <p:stCondLst>
                                            <p:cond delay="0"/>
                                          </p:stCondLst>
                                        </p:cTn>
                                        <p:tgtEl>
                                          <p:spTgt spid="443"/>
                                        </p:tgtEl>
                                        <p:attrNameLst>
                                          <p:attrName>style.visibility</p:attrName>
                                        </p:attrNameLst>
                                      </p:cBhvr>
                                      <p:to>
                                        <p:strVal val="visible"/>
                                      </p:to>
                                    </p:set>
                                    <p:anim calcmode="lin" valueType="num">
                                      <p:cBhvr additive="base">
                                        <p:cTn dur="500"/>
                                        <p:tgtEl>
                                          <p:spTgt spid="44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20"/>
                                  </p:stCondLst>
                                  <p:childTnLst>
                                    <p:set>
                                      <p:cBhvr>
                                        <p:cTn dur="1" fill="hold">
                                          <p:stCondLst>
                                            <p:cond delay="0"/>
                                          </p:stCondLst>
                                        </p:cTn>
                                        <p:tgtEl>
                                          <p:spTgt spid="444"/>
                                        </p:tgtEl>
                                        <p:attrNameLst>
                                          <p:attrName>style.visibility</p:attrName>
                                        </p:attrNameLst>
                                      </p:cBhvr>
                                      <p:to>
                                        <p:strVal val="visible"/>
                                      </p:to>
                                    </p:set>
                                    <p:anim calcmode="lin" valueType="num">
                                      <p:cBhvr additive="base">
                                        <p:cTn dur="500"/>
                                        <p:tgtEl>
                                          <p:spTgt spid="44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20"/>
                                  </p:stCondLst>
                                  <p:childTnLst>
                                    <p:set>
                                      <p:cBhvr>
                                        <p:cTn dur="1" fill="hold">
                                          <p:stCondLst>
                                            <p:cond delay="0"/>
                                          </p:stCondLst>
                                        </p:cTn>
                                        <p:tgtEl>
                                          <p:spTgt spid="445"/>
                                        </p:tgtEl>
                                        <p:attrNameLst>
                                          <p:attrName>style.visibility</p:attrName>
                                        </p:attrNameLst>
                                      </p:cBhvr>
                                      <p:to>
                                        <p:strVal val="visible"/>
                                      </p:to>
                                    </p:set>
                                    <p:anim calcmode="lin" valueType="num">
                                      <p:cBhvr additive="base">
                                        <p:cTn dur="500"/>
                                        <p:tgtEl>
                                          <p:spTgt spid="44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20"/>
                                  </p:stCondLst>
                                  <p:childTnLst>
                                    <p:set>
                                      <p:cBhvr>
                                        <p:cTn dur="1" fill="hold">
                                          <p:stCondLst>
                                            <p:cond delay="0"/>
                                          </p:stCondLst>
                                        </p:cTn>
                                        <p:tgtEl>
                                          <p:spTgt spid="446"/>
                                        </p:tgtEl>
                                        <p:attrNameLst>
                                          <p:attrName>style.visibility</p:attrName>
                                        </p:attrNameLst>
                                      </p:cBhvr>
                                      <p:to>
                                        <p:strVal val="visible"/>
                                      </p:to>
                                    </p:set>
                                    <p:anim calcmode="lin" valueType="num">
                                      <p:cBhvr additive="base">
                                        <p:cTn dur="500"/>
                                        <p:tgtEl>
                                          <p:spTgt spid="44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80"/>
                                  </p:stCondLst>
                                  <p:childTnLst>
                                    <p:set>
                                      <p:cBhvr>
                                        <p:cTn dur="1" fill="hold">
                                          <p:stCondLst>
                                            <p:cond delay="0"/>
                                          </p:stCondLst>
                                        </p:cTn>
                                        <p:tgtEl>
                                          <p:spTgt spid="447"/>
                                        </p:tgtEl>
                                        <p:attrNameLst>
                                          <p:attrName>style.visibility</p:attrName>
                                        </p:attrNameLst>
                                      </p:cBhvr>
                                      <p:to>
                                        <p:strVal val="visible"/>
                                      </p:to>
                                    </p:set>
                                    <p:anim calcmode="lin" valueType="num">
                                      <p:cBhvr additive="base">
                                        <p:cTn dur="500"/>
                                        <p:tgtEl>
                                          <p:spTgt spid="44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80"/>
                                  </p:stCondLst>
                                  <p:childTnLst>
                                    <p:set>
                                      <p:cBhvr>
                                        <p:cTn dur="1" fill="hold">
                                          <p:stCondLst>
                                            <p:cond delay="0"/>
                                          </p:stCondLst>
                                        </p:cTn>
                                        <p:tgtEl>
                                          <p:spTgt spid="448"/>
                                        </p:tgtEl>
                                        <p:attrNameLst>
                                          <p:attrName>style.visibility</p:attrName>
                                        </p:attrNameLst>
                                      </p:cBhvr>
                                      <p:to>
                                        <p:strVal val="visible"/>
                                      </p:to>
                                    </p:set>
                                    <p:anim calcmode="lin" valueType="num">
                                      <p:cBhvr additive="base">
                                        <p:cTn dur="500"/>
                                        <p:tgtEl>
                                          <p:spTgt spid="44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80"/>
                                  </p:stCondLst>
                                  <p:childTnLst>
                                    <p:set>
                                      <p:cBhvr>
                                        <p:cTn dur="1" fill="hold">
                                          <p:stCondLst>
                                            <p:cond delay="0"/>
                                          </p:stCondLst>
                                        </p:cTn>
                                        <p:tgtEl>
                                          <p:spTgt spid="449"/>
                                        </p:tgtEl>
                                        <p:attrNameLst>
                                          <p:attrName>style.visibility</p:attrName>
                                        </p:attrNameLst>
                                      </p:cBhvr>
                                      <p:to>
                                        <p:strVal val="visible"/>
                                      </p:to>
                                    </p:set>
                                    <p:anim calcmode="lin" valueType="num">
                                      <p:cBhvr additive="base">
                                        <p:cTn dur="500"/>
                                        <p:tgtEl>
                                          <p:spTgt spid="44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80"/>
                                  </p:stCondLst>
                                  <p:childTnLst>
                                    <p:set>
                                      <p:cBhvr>
                                        <p:cTn dur="1" fill="hold">
                                          <p:stCondLst>
                                            <p:cond delay="0"/>
                                          </p:stCondLst>
                                        </p:cTn>
                                        <p:tgtEl>
                                          <p:spTgt spid="450"/>
                                        </p:tgtEl>
                                        <p:attrNameLst>
                                          <p:attrName>style.visibility</p:attrName>
                                        </p:attrNameLst>
                                      </p:cBhvr>
                                      <p:to>
                                        <p:strVal val="visible"/>
                                      </p:to>
                                    </p:set>
                                    <p:anim calcmode="lin" valueType="num">
                                      <p:cBhvr additive="base">
                                        <p:cTn dur="500"/>
                                        <p:tgtEl>
                                          <p:spTgt spid="45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480"/>
                                  </p:stCondLst>
                                  <p:childTnLst>
                                    <p:set>
                                      <p:cBhvr>
                                        <p:cTn dur="1" fill="hold">
                                          <p:stCondLst>
                                            <p:cond delay="0"/>
                                          </p:stCondLst>
                                        </p:cTn>
                                        <p:tgtEl>
                                          <p:spTgt spid="451"/>
                                        </p:tgtEl>
                                        <p:attrNameLst>
                                          <p:attrName>style.visibility</p:attrName>
                                        </p:attrNameLst>
                                      </p:cBhvr>
                                      <p:to>
                                        <p:strVal val="visible"/>
                                      </p:to>
                                    </p:set>
                                    <p:anim calcmode="lin" valueType="num">
                                      <p:cBhvr additive="base">
                                        <p:cTn dur="500"/>
                                        <p:tgtEl>
                                          <p:spTgt spid="45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40"/>
                                  </p:stCondLst>
                                  <p:childTnLst>
                                    <p:set>
                                      <p:cBhvr>
                                        <p:cTn dur="1" fill="hold">
                                          <p:stCondLst>
                                            <p:cond delay="0"/>
                                          </p:stCondLst>
                                        </p:cTn>
                                        <p:tgtEl>
                                          <p:spTgt spid="452"/>
                                        </p:tgtEl>
                                        <p:attrNameLst>
                                          <p:attrName>style.visibility</p:attrName>
                                        </p:attrNameLst>
                                      </p:cBhvr>
                                      <p:to>
                                        <p:strVal val="visible"/>
                                      </p:to>
                                    </p:set>
                                    <p:anim calcmode="lin" valueType="num">
                                      <p:cBhvr additive="base">
                                        <p:cTn dur="500"/>
                                        <p:tgtEl>
                                          <p:spTgt spid="45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40"/>
                                  </p:stCondLst>
                                  <p:childTnLst>
                                    <p:set>
                                      <p:cBhvr>
                                        <p:cTn dur="1" fill="hold">
                                          <p:stCondLst>
                                            <p:cond delay="0"/>
                                          </p:stCondLst>
                                        </p:cTn>
                                        <p:tgtEl>
                                          <p:spTgt spid="453"/>
                                        </p:tgtEl>
                                        <p:attrNameLst>
                                          <p:attrName>style.visibility</p:attrName>
                                        </p:attrNameLst>
                                      </p:cBhvr>
                                      <p:to>
                                        <p:strVal val="visible"/>
                                      </p:to>
                                    </p:set>
                                    <p:anim calcmode="lin" valueType="num">
                                      <p:cBhvr additive="base">
                                        <p:cTn dur="500"/>
                                        <p:tgtEl>
                                          <p:spTgt spid="4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40"/>
                                  </p:stCondLst>
                                  <p:childTnLst>
                                    <p:set>
                                      <p:cBhvr>
                                        <p:cTn dur="1" fill="hold">
                                          <p:stCondLst>
                                            <p:cond delay="0"/>
                                          </p:stCondLst>
                                        </p:cTn>
                                        <p:tgtEl>
                                          <p:spTgt spid="454"/>
                                        </p:tgtEl>
                                        <p:attrNameLst>
                                          <p:attrName>style.visibility</p:attrName>
                                        </p:attrNameLst>
                                      </p:cBhvr>
                                      <p:to>
                                        <p:strVal val="visible"/>
                                      </p:to>
                                    </p:set>
                                    <p:anim calcmode="lin" valueType="num">
                                      <p:cBhvr additive="base">
                                        <p:cTn dur="500"/>
                                        <p:tgtEl>
                                          <p:spTgt spid="45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40"/>
                                  </p:stCondLst>
                                  <p:childTnLst>
                                    <p:set>
                                      <p:cBhvr>
                                        <p:cTn dur="1" fill="hold">
                                          <p:stCondLst>
                                            <p:cond delay="0"/>
                                          </p:stCondLst>
                                        </p:cTn>
                                        <p:tgtEl>
                                          <p:spTgt spid="455"/>
                                        </p:tgtEl>
                                        <p:attrNameLst>
                                          <p:attrName>style.visibility</p:attrName>
                                        </p:attrNameLst>
                                      </p:cBhvr>
                                      <p:to>
                                        <p:strVal val="visible"/>
                                      </p:to>
                                    </p:set>
                                    <p:anim calcmode="lin" valueType="num">
                                      <p:cBhvr additive="base">
                                        <p:cTn dur="500"/>
                                        <p:tgtEl>
                                          <p:spTgt spid="45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640"/>
                                  </p:stCondLst>
                                  <p:childTnLst>
                                    <p:set>
                                      <p:cBhvr>
                                        <p:cTn dur="1" fill="hold">
                                          <p:stCondLst>
                                            <p:cond delay="0"/>
                                          </p:stCondLst>
                                        </p:cTn>
                                        <p:tgtEl>
                                          <p:spTgt spid="456"/>
                                        </p:tgtEl>
                                        <p:attrNameLst>
                                          <p:attrName>style.visibility</p:attrName>
                                        </p:attrNameLst>
                                      </p:cBhvr>
                                      <p:to>
                                        <p:strVal val="visible"/>
                                      </p:to>
                                    </p:set>
                                    <p:anim calcmode="lin" valueType="num">
                                      <p:cBhvr additive="base">
                                        <p:cTn dur="500"/>
                                        <p:tgtEl>
                                          <p:spTgt spid="45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457"/>
                                        </p:tgtEl>
                                        <p:attrNameLst>
                                          <p:attrName>style.visibility</p:attrName>
                                        </p:attrNameLst>
                                      </p:cBhvr>
                                      <p:to>
                                        <p:strVal val="visible"/>
                                      </p:to>
                                    </p:set>
                                    <p:anim calcmode="lin" valueType="num">
                                      <p:cBhvr additive="base">
                                        <p:cTn dur="500"/>
                                        <p:tgtEl>
                                          <p:spTgt spid="45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458"/>
                                        </p:tgtEl>
                                        <p:attrNameLst>
                                          <p:attrName>style.visibility</p:attrName>
                                        </p:attrNameLst>
                                      </p:cBhvr>
                                      <p:to>
                                        <p:strVal val="visible"/>
                                      </p:to>
                                    </p:set>
                                    <p:anim calcmode="lin" valueType="num">
                                      <p:cBhvr additive="base">
                                        <p:cTn dur="500"/>
                                        <p:tgtEl>
                                          <p:spTgt spid="45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459"/>
                                        </p:tgtEl>
                                        <p:attrNameLst>
                                          <p:attrName>style.visibility</p:attrName>
                                        </p:attrNameLst>
                                      </p:cBhvr>
                                      <p:to>
                                        <p:strVal val="visible"/>
                                      </p:to>
                                    </p:set>
                                    <p:anim calcmode="lin" valueType="num">
                                      <p:cBhvr additive="base">
                                        <p:cTn dur="500"/>
                                        <p:tgtEl>
                                          <p:spTgt spid="45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460"/>
                                        </p:tgtEl>
                                        <p:attrNameLst>
                                          <p:attrName>style.visibility</p:attrName>
                                        </p:attrNameLst>
                                      </p:cBhvr>
                                      <p:to>
                                        <p:strVal val="visible"/>
                                      </p:to>
                                    </p:set>
                                    <p:anim calcmode="lin" valueType="num">
                                      <p:cBhvr additive="base">
                                        <p:cTn dur="500"/>
                                        <p:tgtEl>
                                          <p:spTgt spid="46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800"/>
                                  </p:stCondLst>
                                  <p:childTnLst>
                                    <p:set>
                                      <p:cBhvr>
                                        <p:cTn dur="1" fill="hold">
                                          <p:stCondLst>
                                            <p:cond delay="0"/>
                                          </p:stCondLst>
                                        </p:cTn>
                                        <p:tgtEl>
                                          <p:spTgt spid="461"/>
                                        </p:tgtEl>
                                        <p:attrNameLst>
                                          <p:attrName>style.visibility</p:attrName>
                                        </p:attrNameLst>
                                      </p:cBhvr>
                                      <p:to>
                                        <p:strVal val="visible"/>
                                      </p:to>
                                    </p:set>
                                    <p:anim calcmode="lin" valueType="num">
                                      <p:cBhvr additive="base">
                                        <p:cTn dur="500"/>
                                        <p:tgtEl>
                                          <p:spTgt spid="46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4"/>
          <p:cNvSpPr txBox="1"/>
          <p:nvPr>
            <p:ph type="title"/>
          </p:nvPr>
        </p:nvSpPr>
        <p:spPr>
          <a:xfrm>
            <a:off x="548640" y="320040"/>
            <a:ext cx="11091672"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600"/>
              <a:buFont typeface="Cambria"/>
              <a:buNone/>
            </a:pPr>
            <a:r>
              <a:rPr b="1" lang="en-US" sz="3600">
                <a:solidFill>
                  <a:schemeClr val="dk2"/>
                </a:solidFill>
              </a:rPr>
              <a:t>Sources &amp; Research</a:t>
            </a:r>
            <a:endParaRPr sz="3600"/>
          </a:p>
        </p:txBody>
      </p:sp>
      <p:sp>
        <p:nvSpPr>
          <p:cNvPr id="469" name="Google Shape;469;p14">
            <a:hlinkClick action="ppaction://hlinksldjump" r:id="rId3"/>
          </p:cNvPr>
          <p:cNvSpPr/>
          <p:nvPr/>
        </p:nvSpPr>
        <p:spPr>
          <a:xfrm>
            <a:off x="434340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4"/>
              </a:rPr>
              <a:t>1</a:t>
            </a:r>
            <a:endParaRPr b="0" i="0" sz="1000" u="none" cap="none" strike="noStrike">
              <a:solidFill>
                <a:schemeClr val="dk1"/>
              </a:solidFill>
              <a:latin typeface="Calibri"/>
              <a:ea typeface="Calibri"/>
              <a:cs typeface="Calibri"/>
              <a:sym typeface="Calibri"/>
            </a:endParaRPr>
          </a:p>
        </p:txBody>
      </p:sp>
      <p:sp>
        <p:nvSpPr>
          <p:cNvPr id="470" name="Google Shape;470;p14">
            <a:hlinkClick action="ppaction://hlinksldjump" r:id="rId5"/>
          </p:cNvPr>
          <p:cNvSpPr/>
          <p:nvPr/>
        </p:nvSpPr>
        <p:spPr>
          <a:xfrm>
            <a:off x="469087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6"/>
              </a:rPr>
              <a:t>2</a:t>
            </a:r>
            <a:endParaRPr b="0" i="0" sz="1000" u="none" cap="none" strike="noStrike">
              <a:solidFill>
                <a:schemeClr val="dk1"/>
              </a:solidFill>
              <a:latin typeface="Calibri"/>
              <a:ea typeface="Calibri"/>
              <a:cs typeface="Calibri"/>
              <a:sym typeface="Calibri"/>
            </a:endParaRPr>
          </a:p>
        </p:txBody>
      </p:sp>
      <p:sp>
        <p:nvSpPr>
          <p:cNvPr id="471" name="Google Shape;471;p14">
            <a:hlinkClick action="ppaction://hlinksldjump" r:id="rId7"/>
          </p:cNvPr>
          <p:cNvSpPr/>
          <p:nvPr/>
        </p:nvSpPr>
        <p:spPr>
          <a:xfrm>
            <a:off x="503834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8"/>
              </a:rPr>
              <a:t>3</a:t>
            </a:r>
            <a:endParaRPr b="0" i="0" sz="1000" u="none" cap="none" strike="noStrike">
              <a:solidFill>
                <a:schemeClr val="dk1"/>
              </a:solidFill>
              <a:latin typeface="Calibri"/>
              <a:ea typeface="Calibri"/>
              <a:cs typeface="Calibri"/>
              <a:sym typeface="Calibri"/>
            </a:endParaRPr>
          </a:p>
        </p:txBody>
      </p:sp>
      <p:sp>
        <p:nvSpPr>
          <p:cNvPr id="472" name="Google Shape;472;p14">
            <a:hlinkClick action="ppaction://hlinksldjump" r:id="rId9"/>
          </p:cNvPr>
          <p:cNvSpPr/>
          <p:nvPr/>
        </p:nvSpPr>
        <p:spPr>
          <a:xfrm>
            <a:off x="538581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0"/>
              </a:rPr>
              <a:t>4</a:t>
            </a:r>
            <a:endParaRPr b="0" i="0" sz="1000" u="none" cap="none" strike="noStrike">
              <a:solidFill>
                <a:schemeClr val="dk1"/>
              </a:solidFill>
              <a:latin typeface="Calibri"/>
              <a:ea typeface="Calibri"/>
              <a:cs typeface="Calibri"/>
              <a:sym typeface="Calibri"/>
            </a:endParaRPr>
          </a:p>
        </p:txBody>
      </p:sp>
      <p:sp>
        <p:nvSpPr>
          <p:cNvPr id="473" name="Google Shape;473;p14">
            <a:hlinkClick action="ppaction://hlinksldjump" r:id="rId11"/>
          </p:cNvPr>
          <p:cNvSpPr/>
          <p:nvPr/>
        </p:nvSpPr>
        <p:spPr>
          <a:xfrm>
            <a:off x="5733288"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2"/>
              </a:rPr>
              <a:t>5</a:t>
            </a:r>
            <a:endParaRPr b="0" i="0" sz="1000" u="none" cap="none" strike="noStrike">
              <a:solidFill>
                <a:schemeClr val="dk1"/>
              </a:solidFill>
              <a:latin typeface="Calibri"/>
              <a:ea typeface="Calibri"/>
              <a:cs typeface="Calibri"/>
              <a:sym typeface="Calibri"/>
            </a:endParaRPr>
          </a:p>
        </p:txBody>
      </p:sp>
      <p:sp>
        <p:nvSpPr>
          <p:cNvPr id="474" name="Google Shape;474;p14">
            <a:hlinkClick action="ppaction://hlinksldjump" r:id="rId13"/>
          </p:cNvPr>
          <p:cNvSpPr/>
          <p:nvPr/>
        </p:nvSpPr>
        <p:spPr>
          <a:xfrm>
            <a:off x="6080760"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4"/>
              </a:rPr>
              <a:t>6</a:t>
            </a:r>
            <a:endParaRPr b="0" i="0" sz="1000" u="none" cap="none" strike="noStrike">
              <a:solidFill>
                <a:schemeClr val="dk1"/>
              </a:solidFill>
              <a:latin typeface="Calibri"/>
              <a:ea typeface="Calibri"/>
              <a:cs typeface="Calibri"/>
              <a:sym typeface="Calibri"/>
            </a:endParaRPr>
          </a:p>
        </p:txBody>
      </p:sp>
      <p:sp>
        <p:nvSpPr>
          <p:cNvPr id="475" name="Google Shape;475;p14">
            <a:hlinkClick action="ppaction://hlinksldjump" r:id="rId15"/>
          </p:cNvPr>
          <p:cNvSpPr/>
          <p:nvPr/>
        </p:nvSpPr>
        <p:spPr>
          <a:xfrm>
            <a:off x="6428232"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6"/>
              </a:rPr>
              <a:t>7</a:t>
            </a:r>
            <a:endParaRPr b="0" i="0" sz="1000" u="none" cap="none" strike="noStrike">
              <a:solidFill>
                <a:schemeClr val="dk1"/>
              </a:solidFill>
              <a:latin typeface="Calibri"/>
              <a:ea typeface="Calibri"/>
              <a:cs typeface="Calibri"/>
              <a:sym typeface="Calibri"/>
            </a:endParaRPr>
          </a:p>
        </p:txBody>
      </p:sp>
      <p:sp>
        <p:nvSpPr>
          <p:cNvPr id="476" name="Google Shape;476;p14">
            <a:hlinkClick action="ppaction://hlinksldjump" r:id="rId17"/>
          </p:cNvPr>
          <p:cNvSpPr/>
          <p:nvPr/>
        </p:nvSpPr>
        <p:spPr>
          <a:xfrm>
            <a:off x="6775704"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18"/>
              </a:rPr>
              <a:t>8</a:t>
            </a:r>
            <a:endParaRPr b="0" i="0" sz="1000" u="none" cap="none" strike="noStrike">
              <a:solidFill>
                <a:schemeClr val="dk1"/>
              </a:solidFill>
              <a:latin typeface="Calibri"/>
              <a:ea typeface="Calibri"/>
              <a:cs typeface="Calibri"/>
              <a:sym typeface="Calibri"/>
            </a:endParaRPr>
          </a:p>
        </p:txBody>
      </p:sp>
      <p:sp>
        <p:nvSpPr>
          <p:cNvPr id="477" name="Google Shape;477;p14">
            <a:hlinkClick action="ppaction://hlinksldjump" r:id="rId19"/>
          </p:cNvPr>
          <p:cNvSpPr/>
          <p:nvPr/>
        </p:nvSpPr>
        <p:spPr>
          <a:xfrm>
            <a:off x="7123176" y="6419088"/>
            <a:ext cx="274320" cy="274320"/>
          </a:xfrm>
          <a:prstGeom prst="ellipse">
            <a:avLst/>
          </a:prstGeom>
          <a:solidFill>
            <a:schemeClr val="lt2"/>
          </a:solidFill>
          <a:ln>
            <a:noFill/>
          </a:ln>
        </p:spPr>
        <p:txBody>
          <a:bodyPr anchorCtr="0" anchor="ctr" bIns="0" lIns="0" spcFirstLastPara="1" rIns="0" wrap="square" tIns="0">
            <a:noAutofit/>
          </a:bodyPr>
          <a:lstStyle/>
          <a:p>
            <a:pPr indent="0" lvl="0" marL="0" marR="0" rtl="0" algn="ctr">
              <a:spcBef>
                <a:spcPts val="0"/>
              </a:spcBef>
              <a:spcAft>
                <a:spcPts val="0"/>
              </a:spcAft>
              <a:buClr>
                <a:schemeClr val="accent5"/>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0"/>
              </a:rPr>
              <a:t>9</a:t>
            </a:r>
            <a:endParaRPr b="0" i="0" sz="1000" u="none" cap="none" strike="noStrike">
              <a:solidFill>
                <a:schemeClr val="dk1"/>
              </a:solidFill>
              <a:latin typeface="Calibri"/>
              <a:ea typeface="Calibri"/>
              <a:cs typeface="Calibri"/>
              <a:sym typeface="Calibri"/>
            </a:endParaRPr>
          </a:p>
        </p:txBody>
      </p:sp>
      <p:sp>
        <p:nvSpPr>
          <p:cNvPr id="478" name="Google Shape;478;p14">
            <a:hlinkClick action="ppaction://hlinksldjump" r:id="rId21"/>
          </p:cNvPr>
          <p:cNvSpPr/>
          <p:nvPr/>
        </p:nvSpPr>
        <p:spPr>
          <a:xfrm>
            <a:off x="7470648" y="6419088"/>
            <a:ext cx="274320" cy="274320"/>
          </a:xfrm>
          <a:prstGeom prst="ellipse">
            <a:avLst/>
          </a:prstGeom>
          <a:solidFill>
            <a:schemeClr val="accent1"/>
          </a:solidFill>
          <a:ln>
            <a:noFill/>
          </a:ln>
        </p:spPr>
        <p:txBody>
          <a:bodyPr anchorCtr="0" anchor="ctr" bIns="0" lIns="0" spcFirstLastPara="1" rIns="0" wrap="square" tIns="0">
            <a:noAutofit/>
          </a:bodyPr>
          <a:lstStyle/>
          <a:p>
            <a:pPr indent="0" lvl="0" marL="0" marR="0" rtl="0" algn="ctr">
              <a:spcBef>
                <a:spcPts val="0"/>
              </a:spcBef>
              <a:spcAft>
                <a:spcPts val="0"/>
              </a:spcAft>
              <a:buClr>
                <a:schemeClr val="dk2"/>
              </a:buClr>
              <a:buSzPts val="1000"/>
              <a:buFont typeface="Calibri"/>
              <a:buNone/>
            </a:pPr>
            <a:r>
              <a:rPr b="1" i="0" lang="en-US" sz="1000" u="sng" cap="none" strike="noStrike">
                <a:solidFill>
                  <a:schemeClr val="hlink"/>
                </a:solidFill>
                <a:latin typeface="Calibri"/>
                <a:ea typeface="Calibri"/>
                <a:cs typeface="Calibri"/>
                <a:sym typeface="Calibri"/>
                <a:hlinkClick action="ppaction://hlinksldjump" r:id="rId22"/>
              </a:rPr>
              <a:t>10</a:t>
            </a:r>
            <a:endParaRPr b="0" i="0" sz="1000" u="none" cap="none" strike="noStrike">
              <a:solidFill>
                <a:schemeClr val="dk1"/>
              </a:solidFill>
              <a:latin typeface="Calibri"/>
              <a:ea typeface="Calibri"/>
              <a:cs typeface="Calibri"/>
              <a:sym typeface="Calibri"/>
            </a:endParaRPr>
          </a:p>
        </p:txBody>
      </p:sp>
      <p:sp>
        <p:nvSpPr>
          <p:cNvPr id="479" name="Google Shape;479;p14"/>
          <p:cNvSpPr txBox="1"/>
          <p:nvPr/>
        </p:nvSpPr>
        <p:spPr>
          <a:xfrm>
            <a:off x="548640" y="1371600"/>
            <a:ext cx="53949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600"/>
              <a:buFont typeface="Calibri"/>
              <a:buNone/>
            </a:pPr>
            <a:r>
              <a:rPr b="1" i="0" lang="en-US" sz="1600" u="none" cap="none" strike="noStrike">
                <a:solidFill>
                  <a:schemeClr val="accent3"/>
                </a:solidFill>
                <a:latin typeface="Calibri"/>
                <a:ea typeface="Calibri"/>
                <a:cs typeface="Calibri"/>
                <a:sym typeface="Calibri"/>
              </a:rPr>
              <a:t>The problem and students</a:t>
            </a:r>
            <a:endParaRPr b="0" i="0" sz="1600" u="none" cap="none" strike="noStrike">
              <a:solidFill>
                <a:schemeClr val="dk1"/>
              </a:solidFill>
              <a:latin typeface="Calibri"/>
              <a:ea typeface="Calibri"/>
              <a:cs typeface="Calibri"/>
              <a:sym typeface="Calibri"/>
            </a:endParaRPr>
          </a:p>
        </p:txBody>
      </p:sp>
      <p:sp>
        <p:nvSpPr>
          <p:cNvPr id="480" name="Google Shape;480;p14"/>
          <p:cNvSpPr txBox="1"/>
          <p:nvPr/>
        </p:nvSpPr>
        <p:spPr>
          <a:xfrm>
            <a:off x="548640" y="1755648"/>
            <a:ext cx="539496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23"/>
              </a:rPr>
              <a:t>Lecture speed and note-taking (Applied Cognitive Psychology)</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24"/>
              </a:rPr>
              <a:t>Typing vs handwriting speed in lectures (Charles Sturt University)</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25"/>
              </a:rPr>
              <a:t>Hindi–English code switching in Indian classrooms (NCERT, 2016)</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26"/>
              </a:rPr>
              <a:t>AISHE 2021-22 key highlights (Ministry of Education)</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27"/>
              </a:rPr>
              <a:t>Auto-generated lecture summaries and quiz scores (BEA 2023)</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28"/>
              </a:rPr>
              <a:t>Fluency and cognitive effort in L1 and L2 note-taking (Piolat et al.)</a:t>
            </a:r>
            <a:endParaRPr b="0" i="0" sz="1400" u="none" cap="none" strike="noStrike">
              <a:solidFill>
                <a:schemeClr val="dk1"/>
              </a:solidFill>
              <a:latin typeface="Calibri"/>
              <a:ea typeface="Calibri"/>
              <a:cs typeface="Calibri"/>
              <a:sym typeface="Calibri"/>
            </a:endParaRPr>
          </a:p>
        </p:txBody>
      </p:sp>
      <p:sp>
        <p:nvSpPr>
          <p:cNvPr id="481" name="Google Shape;481;p14"/>
          <p:cNvSpPr txBox="1"/>
          <p:nvPr/>
        </p:nvSpPr>
        <p:spPr>
          <a:xfrm>
            <a:off x="548640" y="3840480"/>
            <a:ext cx="53949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600"/>
              <a:buFont typeface="Calibri"/>
              <a:buNone/>
            </a:pPr>
            <a:r>
              <a:rPr b="1" i="0" lang="en-US" sz="1600" u="none" cap="none" strike="noStrike">
                <a:solidFill>
                  <a:schemeClr val="accent3"/>
                </a:solidFill>
                <a:latin typeface="Calibri"/>
                <a:ea typeface="Calibri"/>
                <a:cs typeface="Calibri"/>
                <a:sym typeface="Calibri"/>
              </a:rPr>
              <a:t>Hinglish speech technology</a:t>
            </a:r>
            <a:endParaRPr b="0" i="0" sz="1600" u="none" cap="none" strike="noStrike">
              <a:solidFill>
                <a:schemeClr val="dk1"/>
              </a:solidFill>
              <a:latin typeface="Calibri"/>
              <a:ea typeface="Calibri"/>
              <a:cs typeface="Calibri"/>
              <a:sym typeface="Calibri"/>
            </a:endParaRPr>
          </a:p>
        </p:txBody>
      </p:sp>
      <p:sp>
        <p:nvSpPr>
          <p:cNvPr id="482" name="Google Shape;482;p14"/>
          <p:cNvSpPr txBox="1"/>
          <p:nvPr/>
        </p:nvSpPr>
        <p:spPr>
          <a:xfrm>
            <a:off x="548640" y="4224528"/>
            <a:ext cx="539496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29"/>
              </a:rPr>
              <a:t>Tara model card: Hinglish benchmarks (Trelis Research)</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30"/>
              </a:rPr>
              <a:t>whisper-hinglish-preview: Whisper vs newer models</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31"/>
              </a:rPr>
              <a:t>Sarvam Saaras v3 output modes, incl. codemix</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32"/>
              </a:rPr>
              <a:t>Whisper hallucinations on non-speech audio (arXiv 2501.11378)</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33"/>
              </a:rPr>
              <a:t>Why speech recognition fails on Hinglish (Gnani.ai)</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34"/>
              </a:rPr>
              <a:t>Shunya Labs Hinglish ASR model (Hugging Face)</a:t>
            </a:r>
            <a:endParaRPr b="0" i="0" sz="1400" u="none" cap="none" strike="noStrike">
              <a:solidFill>
                <a:schemeClr val="dk1"/>
              </a:solidFill>
              <a:latin typeface="Calibri"/>
              <a:ea typeface="Calibri"/>
              <a:cs typeface="Calibri"/>
              <a:sym typeface="Calibri"/>
            </a:endParaRPr>
          </a:p>
        </p:txBody>
      </p:sp>
      <p:sp>
        <p:nvSpPr>
          <p:cNvPr id="483" name="Google Shape;483;p14"/>
          <p:cNvSpPr txBox="1"/>
          <p:nvPr/>
        </p:nvSpPr>
        <p:spPr>
          <a:xfrm>
            <a:off x="6263640" y="1371600"/>
            <a:ext cx="53949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600"/>
              <a:buFont typeface="Calibri"/>
              <a:buNone/>
            </a:pPr>
            <a:r>
              <a:rPr b="1" i="0" lang="en-US" sz="1600" u="none" cap="none" strike="noStrike">
                <a:solidFill>
                  <a:schemeClr val="accent3"/>
                </a:solidFill>
                <a:latin typeface="Calibri"/>
                <a:ea typeface="Calibri"/>
                <a:cs typeface="Calibri"/>
                <a:sym typeface="Calibri"/>
              </a:rPr>
              <a:t>Data and benchmarks</a:t>
            </a:r>
            <a:endParaRPr b="0" i="0" sz="1600" u="none" cap="none" strike="noStrike">
              <a:solidFill>
                <a:schemeClr val="dk1"/>
              </a:solidFill>
              <a:latin typeface="Calibri"/>
              <a:ea typeface="Calibri"/>
              <a:cs typeface="Calibri"/>
              <a:sym typeface="Calibri"/>
            </a:endParaRPr>
          </a:p>
        </p:txBody>
      </p:sp>
      <p:sp>
        <p:nvSpPr>
          <p:cNvPr id="484" name="Google Shape;484;p14"/>
          <p:cNvSpPr txBox="1"/>
          <p:nvPr/>
        </p:nvSpPr>
        <p:spPr>
          <a:xfrm>
            <a:off x="6263640" y="1755648"/>
            <a:ext cx="539496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35"/>
              </a:rPr>
              <a:t>MUCS 2021 Hindi–English code-switching dataset (OpenSLR 104)</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36"/>
              </a:rPr>
              <a:t>IITG-HingCoS: Hindi-English code-switching corpus</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37"/>
              </a:rPr>
              <a:t>HiACC: Hinglish adult &amp; children code-switched corpus</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38"/>
              </a:rPr>
              <a:t>Hindi-English code-switching speech corpus (Ganji et al.)</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39"/>
              </a:rPr>
              <a:t>AI4Bharat Vistaar benchmarks</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40"/>
              </a:rPr>
              <a:t>AI4Bharat IndicVoices dataset</a:t>
            </a:r>
            <a:endParaRPr b="0" i="0" sz="1400" u="none" cap="none" strike="noStrike">
              <a:solidFill>
                <a:schemeClr val="dk1"/>
              </a:solidFill>
              <a:latin typeface="Calibri"/>
              <a:ea typeface="Calibri"/>
              <a:cs typeface="Calibri"/>
              <a:sym typeface="Calibri"/>
            </a:endParaRPr>
          </a:p>
        </p:txBody>
      </p:sp>
      <p:sp>
        <p:nvSpPr>
          <p:cNvPr id="485" name="Google Shape;485;p14"/>
          <p:cNvSpPr txBox="1"/>
          <p:nvPr/>
        </p:nvSpPr>
        <p:spPr>
          <a:xfrm>
            <a:off x="6263640" y="3840480"/>
            <a:ext cx="539496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accent3"/>
              </a:buClr>
              <a:buSzPts val="1600"/>
              <a:buFont typeface="Calibri"/>
              <a:buNone/>
            </a:pPr>
            <a:r>
              <a:rPr b="1" i="0" lang="en-US" sz="1600" u="none" cap="none" strike="noStrike">
                <a:solidFill>
                  <a:schemeClr val="accent3"/>
                </a:solidFill>
                <a:latin typeface="Calibri"/>
                <a:ea typeface="Calibri"/>
                <a:cs typeface="Calibri"/>
                <a:sym typeface="Calibri"/>
              </a:rPr>
              <a:t>Existing tools and privacy</a:t>
            </a:r>
            <a:endParaRPr b="0" i="0" sz="1600" u="none" cap="none" strike="noStrike">
              <a:solidFill>
                <a:schemeClr val="dk1"/>
              </a:solidFill>
              <a:latin typeface="Calibri"/>
              <a:ea typeface="Calibri"/>
              <a:cs typeface="Calibri"/>
              <a:sym typeface="Calibri"/>
            </a:endParaRPr>
          </a:p>
        </p:txBody>
      </p:sp>
      <p:sp>
        <p:nvSpPr>
          <p:cNvPr id="486" name="Google Shape;486;p14"/>
          <p:cNvSpPr txBox="1"/>
          <p:nvPr/>
        </p:nvSpPr>
        <p:spPr>
          <a:xfrm>
            <a:off x="6263640" y="4224528"/>
            <a:ext cx="539496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41"/>
              </a:rPr>
              <a:t>Audionotes: AI lecture note taker</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42"/>
              </a:rPr>
              <a:t>TLDL: AI Lecture Note Taker (App Store listing)</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43"/>
              </a:rPr>
              <a:t>Otter.ai alternatives and language limits (Intermind)</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44"/>
              </a:rPr>
              <a:t>HappyScribe AI notetaker for Hindi</a:t>
            </a:r>
            <a:endParaRPr b="0" i="0" sz="1400" u="none" cap="none" strike="noStrike">
              <a:solidFill>
                <a:schemeClr val="dk1"/>
              </a:solidFill>
              <a:latin typeface="Calibri"/>
              <a:ea typeface="Calibri"/>
              <a:cs typeface="Calibri"/>
              <a:sym typeface="Calibri"/>
            </a:endParaRPr>
          </a:p>
          <a:p>
            <a:pPr indent="0" lvl="0" marL="0" marR="0" rtl="0" algn="l">
              <a:spcBef>
                <a:spcPts val="700"/>
              </a:spcBef>
              <a:spcAft>
                <a:spcPts val="0"/>
              </a:spcAft>
              <a:buClr>
                <a:schemeClr val="dk1"/>
              </a:buClr>
              <a:buSzPts val="1300"/>
              <a:buFont typeface="Calibri"/>
              <a:buNone/>
            </a:pPr>
            <a:r>
              <a:rPr b="0" i="0" lang="en-US" sz="1300" u="sng" cap="none" strike="noStrike">
                <a:solidFill>
                  <a:schemeClr val="hlink"/>
                </a:solidFill>
                <a:latin typeface="Calibri"/>
                <a:ea typeface="Calibri"/>
                <a:cs typeface="Calibri"/>
                <a:sym typeface="Calibri"/>
                <a:hlinkClick r:id="rId45"/>
              </a:rPr>
              <a:t>India's DPDP Act 2023 brought into force (Hogan Lovells)</a:t>
            </a:r>
            <a:endParaRPr b="0" i="0" sz="1400" u="none" cap="none" strike="noStrike">
              <a:solidFill>
                <a:schemeClr val="dk1"/>
              </a:solidFill>
              <a:latin typeface="Calibri"/>
              <a:ea typeface="Calibri"/>
              <a:cs typeface="Calibri"/>
              <a:sym typeface="Calibri"/>
            </a:endParaRPr>
          </a:p>
        </p:txBody>
      </p:sp>
      <p:sp>
        <p:nvSpPr>
          <p:cNvPr id="487" name="Google Shape;487;p14"/>
          <p:cNvSpPr txBox="1"/>
          <p:nvPr>
            <p:ph idx="4294967295" type="sldNum"/>
          </p:nvPr>
        </p:nvSpPr>
        <p:spPr>
          <a:xfrm>
            <a:off x="11155680" y="6419088"/>
            <a:ext cx="48463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000" u="none" cap="none" strike="noStrike">
                <a:solidFill>
                  <a:schemeClr val="accent5"/>
                </a:solidFill>
                <a:latin typeface="Calibri"/>
                <a:ea typeface="Calibri"/>
                <a:cs typeface="Calibri"/>
                <a:sym typeface="Calibri"/>
              </a:rPr>
              <a:t>‹#›</a:t>
            </a:fld>
            <a:endParaRPr b="0" i="0" sz="1000" u="none" cap="none" strike="noStrike">
              <a:solidFill>
                <a:schemeClr val="accent5"/>
              </a:solidFill>
              <a:latin typeface="Calibri"/>
              <a:ea typeface="Calibri"/>
              <a:cs typeface="Calibri"/>
              <a:sym typeface="Calibri"/>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500"/>
                                        <p:tgtEl>
                                          <p:spTgt spid="479"/>
                                        </p:tgtEl>
                                      </p:cBhvr>
                                    </p:animEffect>
                                  </p:childTnLst>
                                </p:cTn>
                              </p:par>
                              <p:par>
                                <p:cTn fill="hold" nodeType="withEffect" presetClass="entr" presetID="10" presetSubtype="0">
                                  <p:stCondLst>
                                    <p:cond delay="200"/>
                                  </p:stCondLst>
                                  <p:childTnLst>
                                    <p:set>
                                      <p:cBhvr>
                                        <p:cTn dur="1" fill="hold">
                                          <p:stCondLst>
                                            <p:cond delay="0"/>
                                          </p:stCondLst>
                                        </p:cTn>
                                        <p:tgtEl>
                                          <p:spTgt spid="480"/>
                                        </p:tgtEl>
                                        <p:attrNameLst>
                                          <p:attrName>style.visibility</p:attrName>
                                        </p:attrNameLst>
                                      </p:cBhvr>
                                      <p:to>
                                        <p:strVal val="visible"/>
                                      </p:to>
                                    </p:set>
                                    <p:animEffect filter="fade" transition="in">
                                      <p:cBhvr>
                                        <p:cTn dur="500"/>
                                        <p:tgtEl>
                                          <p:spTgt spid="480"/>
                                        </p:tgtEl>
                                      </p:cBhvr>
                                    </p:animEffect>
                                  </p:childTnLst>
                                </p:cTn>
                              </p:par>
                              <p:par>
                                <p:cTn fill="hold" nodeType="withEffect" presetClass="entr" presetID="10" presetSubtype="0">
                                  <p:stCondLst>
                                    <p:cond delay="40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par>
                                <p:cTn fill="hold" nodeType="withEffect" presetClass="entr" presetID="10" presetSubtype="0">
                                  <p:stCondLst>
                                    <p:cond delay="60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par>
                                <p:cTn fill="hold" nodeType="withEffect" presetClass="entr" presetID="10" presetSubtype="0">
                                  <p:stCondLst>
                                    <p:cond delay="800"/>
                                  </p:stCondLst>
                                  <p:childTnLst>
                                    <p:set>
                                      <p:cBhvr>
                                        <p:cTn dur="1" fill="hold">
                                          <p:stCondLst>
                                            <p:cond delay="0"/>
                                          </p:stCondLst>
                                        </p:cTn>
                                        <p:tgtEl>
                                          <p:spTgt spid="483"/>
                                        </p:tgtEl>
                                        <p:attrNameLst>
                                          <p:attrName>style.visibility</p:attrName>
                                        </p:attrNameLst>
                                      </p:cBhvr>
                                      <p:to>
                                        <p:strVal val="visible"/>
                                      </p:to>
                                    </p:set>
                                    <p:animEffect filter="fade" transition="in">
                                      <p:cBhvr>
                                        <p:cTn dur="500"/>
                                        <p:tgtEl>
                                          <p:spTgt spid="483"/>
                                        </p:tgtEl>
                                      </p:cBhvr>
                                    </p:animEffect>
                                  </p:childTnLst>
                                </p:cTn>
                              </p:par>
                              <p:par>
                                <p:cTn fill="hold" nodeType="withEffect" presetClass="entr" presetID="10" presetSubtype="0">
                                  <p:stCondLst>
                                    <p:cond delay="1000"/>
                                  </p:stCondLst>
                                  <p:childTnLst>
                                    <p:set>
                                      <p:cBhvr>
                                        <p:cTn dur="1" fill="hold">
                                          <p:stCondLst>
                                            <p:cond delay="0"/>
                                          </p:stCondLst>
                                        </p:cTn>
                                        <p:tgtEl>
                                          <p:spTgt spid="484"/>
                                        </p:tgtEl>
                                        <p:attrNameLst>
                                          <p:attrName>style.visibility</p:attrName>
                                        </p:attrNameLst>
                                      </p:cBhvr>
                                      <p:to>
                                        <p:strVal val="visible"/>
                                      </p:to>
                                    </p:set>
                                    <p:animEffect filter="fade" transition="in">
                                      <p:cBhvr>
                                        <p:cTn dur="500"/>
                                        <p:tgtEl>
                                          <p:spTgt spid="484"/>
                                        </p:tgtEl>
                                      </p:cBhvr>
                                    </p:animEffect>
                                  </p:childTnLst>
                                </p:cTn>
                              </p:par>
                              <p:par>
                                <p:cTn fill="hold" nodeType="withEffect" presetClass="entr" presetID="10" presetSubtype="0">
                                  <p:stCondLst>
                                    <p:cond delay="120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par>
                                <p:cTn fill="hold" nodeType="withEffect" presetClass="entr" presetID="10" presetSubtype="0">
                                  <p:stCondLst>
                                    <p:cond delay="140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NoteWise">
  <a:themeElements>
    <a:clrScheme name="NoteWise">
      <a:dk1>
        <a:srgbClr val="1A2340"/>
      </a:dk1>
      <a:lt1>
        <a:srgbClr val="FFFFFF"/>
      </a:lt1>
      <a:dk2>
        <a:srgbClr val="111B3A"/>
      </a:dk2>
      <a:lt2>
        <a:srgbClr val="EEF2F8"/>
      </a:lt2>
      <a:accent1>
        <a:srgbClr val="F2A01E"/>
      </a:accent1>
      <a:accent2>
        <a:srgbClr val="1FB5A6"/>
      </a:accent2>
      <a:accent3>
        <a:srgbClr val="2F4B8F"/>
      </a:accent3>
      <a:accent4>
        <a:srgbClr val="D64545"/>
      </a:accent4>
      <a:accent5>
        <a:srgbClr val="5B6B8C"/>
      </a:accent5>
      <a:accent6>
        <a:srgbClr val="0B7A70"/>
      </a:accent6>
      <a:hlink>
        <a:srgbClr val="1F5FBF"/>
      </a:hlink>
      <a:folHlink>
        <a:srgbClr val="6B4F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oteWise">
  <a:themeElements>
    <a:clrScheme name="NoteWise">
      <a:dk1>
        <a:srgbClr val="1A2340"/>
      </a:dk1>
      <a:lt1>
        <a:srgbClr val="FFFFFF"/>
      </a:lt1>
      <a:dk2>
        <a:srgbClr val="111B3A"/>
      </a:dk2>
      <a:lt2>
        <a:srgbClr val="EEF2F8"/>
      </a:lt2>
      <a:accent1>
        <a:srgbClr val="F2A01E"/>
      </a:accent1>
      <a:accent2>
        <a:srgbClr val="1FB5A6"/>
      </a:accent2>
      <a:accent3>
        <a:srgbClr val="2F4B8F"/>
      </a:accent3>
      <a:accent4>
        <a:srgbClr val="D64545"/>
      </a:accent4>
      <a:accent5>
        <a:srgbClr val="5B6B8C"/>
      </a:accent5>
      <a:accent6>
        <a:srgbClr val="0B7A70"/>
      </a:accent6>
      <a:hlink>
        <a:srgbClr val="1F5FBF"/>
      </a:hlink>
      <a:folHlink>
        <a:srgbClr val="6B4F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